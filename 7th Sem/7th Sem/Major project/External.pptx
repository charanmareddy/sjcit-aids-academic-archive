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4" r:id="rId4"/>
    <p:sldId id="259" r:id="rId5"/>
    <p:sldId id="261" r:id="rId6"/>
    <p:sldId id="262" r:id="rId7"/>
    <p:sldId id="265" r:id="rId8"/>
    <p:sldId id="263" r:id="rId9"/>
    <p:sldId id="269" r:id="rId10"/>
    <p:sldId id="270" r:id="rId11"/>
    <p:sldId id="268" r:id="rId12"/>
    <p:sldId id="271" r:id="rId13"/>
    <p:sldId id="266" r:id="rId14"/>
    <p:sldId id="267" r:id="rId15"/>
    <p:sldId id="275" r:id="rId16"/>
    <p:sldId id="272" r:id="rId17"/>
    <p:sldId id="273" r:id="rId18"/>
    <p:sldId id="274" r:id="rId19"/>
    <p:sldId id="276" r:id="rId20"/>
    <p:sldId id="280" r:id="rId21"/>
    <p:sldId id="281" r:id="rId22"/>
    <p:sldId id="282" r:id="rId23"/>
    <p:sldId id="277" r:id="rId24"/>
    <p:sldId id="278" r:id="rId25"/>
    <p:sldId id="283" r:id="rId26"/>
    <p:sldId id="279" r:id="rId27"/>
    <p:sldId id="285" r:id="rId28"/>
    <p:sldId id="286" r:id="rId29"/>
    <p:sldId id="287" r:id="rId30"/>
    <p:sldId id="288" r:id="rId31"/>
    <p:sldId id="289" r:id="rId32"/>
    <p:sldId id="292" r:id="rId33"/>
    <p:sldId id="293" r:id="rId34"/>
    <p:sldId id="294" r:id="rId35"/>
    <p:sldId id="290" r:id="rId36"/>
    <p:sldId id="291" r:id="rId37"/>
    <p:sldId id="284" r:id="rId38"/>
    <p:sldId id="260"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95" d="100"/>
          <a:sy n="95" d="100"/>
        </p:scale>
        <p:origin x="-206" y="-1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thasree. balappagari" userId="b29af616083bfa20" providerId="LiveId" clId="{2E9BBEF1-636C-4AF8-AD27-F718128511A9}"/>
    <pc:docChg chg="undo custSel addSld modSld">
      <pc:chgData name="lathasree. balappagari" userId="b29af616083bfa20" providerId="LiveId" clId="{2E9BBEF1-636C-4AF8-AD27-F718128511A9}" dt="2025-11-26T05:33:23.594" v="140" actId="255"/>
      <pc:docMkLst>
        <pc:docMk/>
      </pc:docMkLst>
      <pc:sldChg chg="modSp mod">
        <pc:chgData name="lathasree. balappagari" userId="b29af616083bfa20" providerId="LiveId" clId="{2E9BBEF1-636C-4AF8-AD27-F718128511A9}" dt="2025-11-26T05:33:23.594" v="140" actId="255"/>
        <pc:sldMkLst>
          <pc:docMk/>
          <pc:sldMk cId="3472655809" sldId="266"/>
        </pc:sldMkLst>
        <pc:spChg chg="mod">
          <ac:chgData name="lathasree. balappagari" userId="b29af616083bfa20" providerId="LiveId" clId="{2E9BBEF1-636C-4AF8-AD27-F718128511A9}" dt="2025-11-26T05:33:23.594" v="140" actId="255"/>
          <ac:spMkLst>
            <pc:docMk/>
            <pc:sldMk cId="3472655809" sldId="266"/>
            <ac:spMk id="2" creationId="{62346646-5F10-42F1-AA72-4EC2AF6BF0A7}"/>
          </ac:spMkLst>
        </pc:spChg>
        <pc:spChg chg="mod">
          <ac:chgData name="lathasree. balappagari" userId="b29af616083bfa20" providerId="LiveId" clId="{2E9BBEF1-636C-4AF8-AD27-F718128511A9}" dt="2025-11-26T05:33:05.349" v="139" actId="14100"/>
          <ac:spMkLst>
            <pc:docMk/>
            <pc:sldMk cId="3472655809" sldId="266"/>
            <ac:spMk id="8" creationId="{D2C67360-7FDE-48DE-9098-507480140E70}"/>
          </ac:spMkLst>
        </pc:spChg>
      </pc:sldChg>
      <pc:sldChg chg="addSp delSp modSp mod">
        <pc:chgData name="lathasree. balappagari" userId="b29af616083bfa20" providerId="LiveId" clId="{2E9BBEF1-636C-4AF8-AD27-F718128511A9}" dt="2025-11-26T05:25:05.533" v="34" actId="14100"/>
        <pc:sldMkLst>
          <pc:docMk/>
          <pc:sldMk cId="146221333" sldId="289"/>
        </pc:sldMkLst>
        <pc:picChg chg="del">
          <ac:chgData name="lathasree. balappagari" userId="b29af616083bfa20" providerId="LiveId" clId="{2E9BBEF1-636C-4AF8-AD27-F718128511A9}" dt="2025-11-26T05:21:35.498" v="1" actId="478"/>
          <ac:picMkLst>
            <pc:docMk/>
            <pc:sldMk cId="146221333" sldId="289"/>
            <ac:picMk id="8" creationId="{97D17184-0BA7-41B5-B872-8548B65763F8}"/>
          </ac:picMkLst>
        </pc:picChg>
        <pc:picChg chg="del">
          <ac:chgData name="lathasree. balappagari" userId="b29af616083bfa20" providerId="LiveId" clId="{2E9BBEF1-636C-4AF8-AD27-F718128511A9}" dt="2025-11-26T05:21:33.330" v="0" actId="478"/>
          <ac:picMkLst>
            <pc:docMk/>
            <pc:sldMk cId="146221333" sldId="289"/>
            <ac:picMk id="9" creationId="{456B12D4-18DA-474A-9984-38B8AA5BDE18}"/>
          </ac:picMkLst>
        </pc:picChg>
        <pc:picChg chg="add del">
          <ac:chgData name="lathasree. balappagari" userId="b29af616083bfa20" providerId="LiveId" clId="{2E9BBEF1-636C-4AF8-AD27-F718128511A9}" dt="2025-11-26T05:23:10.706" v="16" actId="21"/>
          <ac:picMkLst>
            <pc:docMk/>
            <pc:sldMk cId="146221333" sldId="289"/>
            <ac:picMk id="10" creationId="{A687F14C-BA4F-47D8-98D2-F4E45976DF15}"/>
          </ac:picMkLst>
        </pc:picChg>
        <pc:picChg chg="del">
          <ac:chgData name="lathasree. balappagari" userId="b29af616083bfa20" providerId="LiveId" clId="{2E9BBEF1-636C-4AF8-AD27-F718128511A9}" dt="2025-11-26T05:23:51.014" v="17" actId="478"/>
          <ac:picMkLst>
            <pc:docMk/>
            <pc:sldMk cId="146221333" sldId="289"/>
            <ac:picMk id="11" creationId="{22F06585-FCE0-4812-844D-3F65AFE803A8}"/>
          </ac:picMkLst>
        </pc:picChg>
        <pc:picChg chg="add mod">
          <ac:chgData name="lathasree. balappagari" userId="b29af616083bfa20" providerId="LiveId" clId="{2E9BBEF1-636C-4AF8-AD27-F718128511A9}" dt="2025-11-26T05:24:38.946" v="28" actId="1076"/>
          <ac:picMkLst>
            <pc:docMk/>
            <pc:sldMk cId="146221333" sldId="289"/>
            <ac:picMk id="13" creationId="{BEE2C078-D2B4-872A-05C9-F039B6CF031A}"/>
          </ac:picMkLst>
        </pc:picChg>
        <pc:picChg chg="add mod">
          <ac:chgData name="lathasree. balappagari" userId="b29af616083bfa20" providerId="LiveId" clId="{2E9BBEF1-636C-4AF8-AD27-F718128511A9}" dt="2025-11-26T05:24:36.755" v="27" actId="1076"/>
          <ac:picMkLst>
            <pc:docMk/>
            <pc:sldMk cId="146221333" sldId="289"/>
            <ac:picMk id="15" creationId="{8F02B6D9-8231-EAD9-4335-BAD3995C99A6}"/>
          </ac:picMkLst>
        </pc:picChg>
        <pc:picChg chg="add mod">
          <ac:chgData name="lathasree. balappagari" userId="b29af616083bfa20" providerId="LiveId" clId="{2E9BBEF1-636C-4AF8-AD27-F718128511A9}" dt="2025-11-26T05:25:05.533" v="34" actId="14100"/>
          <ac:picMkLst>
            <pc:docMk/>
            <pc:sldMk cId="146221333" sldId="289"/>
            <ac:picMk id="17" creationId="{A7712FAD-1B4F-2351-A98B-2D6B655A1B74}"/>
          </ac:picMkLst>
        </pc:picChg>
      </pc:sldChg>
      <pc:sldChg chg="addSp delSp modSp add mod">
        <pc:chgData name="lathasree. balappagari" userId="b29af616083bfa20" providerId="LiveId" clId="{2E9BBEF1-636C-4AF8-AD27-F718128511A9}" dt="2025-11-26T05:28:52.987" v="90" actId="1076"/>
        <pc:sldMkLst>
          <pc:docMk/>
          <pc:sldMk cId="2182110848" sldId="292"/>
        </pc:sldMkLst>
        <pc:spChg chg="del mod">
          <ac:chgData name="lathasree. balappagari" userId="b29af616083bfa20" providerId="LiveId" clId="{2E9BBEF1-636C-4AF8-AD27-F718128511A9}" dt="2025-11-26T05:25:36.144" v="42"/>
          <ac:spMkLst>
            <pc:docMk/>
            <pc:sldMk cId="2182110848" sldId="292"/>
            <ac:spMk id="5" creationId="{44B68073-32EB-A651-4758-F7257AD0E40C}"/>
          </ac:spMkLst>
        </pc:spChg>
        <pc:picChg chg="add mod">
          <ac:chgData name="lathasree. balappagari" userId="b29af616083bfa20" providerId="LiveId" clId="{2E9BBEF1-636C-4AF8-AD27-F718128511A9}" dt="2025-11-26T05:25:58.578" v="47" actId="1076"/>
          <ac:picMkLst>
            <pc:docMk/>
            <pc:sldMk cId="2182110848" sldId="292"/>
            <ac:picMk id="9" creationId="{0F9CC944-BB7D-615D-C5AB-A974903871BD}"/>
          </ac:picMkLst>
        </pc:picChg>
        <pc:picChg chg="add mod">
          <ac:chgData name="lathasree. balappagari" userId="b29af616083bfa20" providerId="LiveId" clId="{2E9BBEF1-636C-4AF8-AD27-F718128511A9}" dt="2025-11-26T05:28:47.560" v="89" actId="14100"/>
          <ac:picMkLst>
            <pc:docMk/>
            <pc:sldMk cId="2182110848" sldId="292"/>
            <ac:picMk id="11" creationId="{FB5352A5-7052-6477-F5A6-C3EAF2021478}"/>
          </ac:picMkLst>
        </pc:picChg>
        <pc:picChg chg="del">
          <ac:chgData name="lathasree. balappagari" userId="b29af616083bfa20" providerId="LiveId" clId="{2E9BBEF1-636C-4AF8-AD27-F718128511A9}" dt="2025-11-26T05:25:24.269" v="36" actId="478"/>
          <ac:picMkLst>
            <pc:docMk/>
            <pc:sldMk cId="2182110848" sldId="292"/>
            <ac:picMk id="13" creationId="{529CACC4-9049-EAC0-B5A9-D8758A96963D}"/>
          </ac:picMkLst>
        </pc:picChg>
        <pc:picChg chg="add mod">
          <ac:chgData name="lathasree. balappagari" userId="b29af616083bfa20" providerId="LiveId" clId="{2E9BBEF1-636C-4AF8-AD27-F718128511A9}" dt="2025-11-26T05:27:06.628" v="63" actId="14100"/>
          <ac:picMkLst>
            <pc:docMk/>
            <pc:sldMk cId="2182110848" sldId="292"/>
            <ac:picMk id="14" creationId="{0953917F-8855-8FD0-6DB0-BD00D2E5D9C2}"/>
          </ac:picMkLst>
        </pc:picChg>
        <pc:picChg chg="del">
          <ac:chgData name="lathasree. balappagari" userId="b29af616083bfa20" providerId="LiveId" clId="{2E9BBEF1-636C-4AF8-AD27-F718128511A9}" dt="2025-11-26T05:25:27.970" v="38" actId="478"/>
          <ac:picMkLst>
            <pc:docMk/>
            <pc:sldMk cId="2182110848" sldId="292"/>
            <ac:picMk id="15" creationId="{FB855F63-2368-C003-DCF5-376FE8C3B58B}"/>
          </ac:picMkLst>
        </pc:picChg>
        <pc:picChg chg="del">
          <ac:chgData name="lathasree. balappagari" userId="b29af616083bfa20" providerId="LiveId" clId="{2E9BBEF1-636C-4AF8-AD27-F718128511A9}" dt="2025-11-26T05:25:26.310" v="37" actId="478"/>
          <ac:picMkLst>
            <pc:docMk/>
            <pc:sldMk cId="2182110848" sldId="292"/>
            <ac:picMk id="17" creationId="{FB386E01-CB10-C6ED-987F-3131356C0353}"/>
          </ac:picMkLst>
        </pc:picChg>
        <pc:picChg chg="add mod">
          <ac:chgData name="lathasree. balappagari" userId="b29af616083bfa20" providerId="LiveId" clId="{2E9BBEF1-636C-4AF8-AD27-F718128511A9}" dt="2025-11-26T05:28:52.987" v="90" actId="1076"/>
          <ac:picMkLst>
            <pc:docMk/>
            <pc:sldMk cId="2182110848" sldId="292"/>
            <ac:picMk id="18" creationId="{C82EA262-8055-E793-F8F1-55D9AF6C1E44}"/>
          </ac:picMkLst>
        </pc:picChg>
      </pc:sldChg>
      <pc:sldChg chg="addSp modSp new mod">
        <pc:chgData name="lathasree. balappagari" userId="b29af616083bfa20" providerId="LiveId" clId="{2E9BBEF1-636C-4AF8-AD27-F718128511A9}" dt="2025-11-26T05:31:10.305" v="118" actId="14100"/>
        <pc:sldMkLst>
          <pc:docMk/>
          <pc:sldMk cId="125528334" sldId="293"/>
        </pc:sldMkLst>
        <pc:picChg chg="add mod">
          <ac:chgData name="lathasree. balappagari" userId="b29af616083bfa20" providerId="LiveId" clId="{2E9BBEF1-636C-4AF8-AD27-F718128511A9}" dt="2025-11-26T05:30:56.800" v="114" actId="1076"/>
          <ac:picMkLst>
            <pc:docMk/>
            <pc:sldMk cId="125528334" sldId="293"/>
            <ac:picMk id="2" creationId="{46B6A559-D785-C8D8-3831-6BEDDEAAF91E}"/>
          </ac:picMkLst>
        </pc:picChg>
        <pc:picChg chg="add mod">
          <ac:chgData name="lathasree. balappagari" userId="b29af616083bfa20" providerId="LiveId" clId="{2E9BBEF1-636C-4AF8-AD27-F718128511A9}" dt="2025-11-26T05:29:43.878" v="98" actId="14100"/>
          <ac:picMkLst>
            <pc:docMk/>
            <pc:sldMk cId="125528334" sldId="293"/>
            <ac:picMk id="4" creationId="{4FE1AE9F-FD3D-1011-BD96-D9C78748486B}"/>
          </ac:picMkLst>
        </pc:picChg>
        <pc:picChg chg="add mod">
          <ac:chgData name="lathasree. balappagari" userId="b29af616083bfa20" providerId="LiveId" clId="{2E9BBEF1-636C-4AF8-AD27-F718128511A9}" dt="2025-11-26T05:30:09.908" v="104" actId="1076"/>
          <ac:picMkLst>
            <pc:docMk/>
            <pc:sldMk cId="125528334" sldId="293"/>
            <ac:picMk id="6" creationId="{3FCFA07E-F04B-F178-6D9E-58B1457D7E06}"/>
          </ac:picMkLst>
        </pc:picChg>
        <pc:picChg chg="add mod">
          <ac:chgData name="lathasree. balappagari" userId="b29af616083bfa20" providerId="LiveId" clId="{2E9BBEF1-636C-4AF8-AD27-F718128511A9}" dt="2025-11-26T05:31:10.305" v="118" actId="14100"/>
          <ac:picMkLst>
            <pc:docMk/>
            <pc:sldMk cId="125528334" sldId="293"/>
            <ac:picMk id="8" creationId="{146731C5-A52A-4314-F632-8B7B7FD38D62}"/>
          </ac:picMkLst>
        </pc:picChg>
      </pc:sldChg>
      <pc:sldChg chg="addSp modSp new mod">
        <pc:chgData name="lathasree. balappagari" userId="b29af616083bfa20" providerId="LiveId" clId="{2E9BBEF1-636C-4AF8-AD27-F718128511A9}" dt="2025-11-26T05:32:35.517" v="138" actId="1036"/>
        <pc:sldMkLst>
          <pc:docMk/>
          <pc:sldMk cId="824816886" sldId="294"/>
        </pc:sldMkLst>
        <pc:picChg chg="add mod">
          <ac:chgData name="lathasree. balappagari" userId="b29af616083bfa20" providerId="LiveId" clId="{2E9BBEF1-636C-4AF8-AD27-F718128511A9}" dt="2025-11-26T05:31:29.534" v="122" actId="1076"/>
          <ac:picMkLst>
            <pc:docMk/>
            <pc:sldMk cId="824816886" sldId="294"/>
            <ac:picMk id="2" creationId="{961F207B-D3E5-A4BA-AAF4-4C1068AFDD69}"/>
          </ac:picMkLst>
        </pc:picChg>
        <pc:picChg chg="add mod">
          <ac:chgData name="lathasree. balappagari" userId="b29af616083bfa20" providerId="LiveId" clId="{2E9BBEF1-636C-4AF8-AD27-F718128511A9}" dt="2025-11-26T05:32:05.141" v="129" actId="14100"/>
          <ac:picMkLst>
            <pc:docMk/>
            <pc:sldMk cId="824816886" sldId="294"/>
            <ac:picMk id="4" creationId="{058A7AE4-5D72-7F73-465E-C4474174E131}"/>
          </ac:picMkLst>
        </pc:picChg>
        <pc:picChg chg="add mod">
          <ac:chgData name="lathasree. balappagari" userId="b29af616083bfa20" providerId="LiveId" clId="{2E9BBEF1-636C-4AF8-AD27-F718128511A9}" dt="2025-11-26T05:32:35.517" v="138" actId="1036"/>
          <ac:picMkLst>
            <pc:docMk/>
            <pc:sldMk cId="824816886" sldId="294"/>
            <ac:picMk id="6" creationId="{CBBB8561-1475-F5B0-A00E-7898E6AD249B}"/>
          </ac:picMkLst>
        </pc:picChg>
      </pc:sldChg>
    </pc:docChg>
  </pc:docChgLst>
  <pc:docChgLst>
    <pc:chgData name="balappagari pranathi" userId="3f0165da84cdb633" providerId="LiveId" clId="{C469EDE5-63BF-4376-B1C8-E78970E2F892}"/>
    <pc:docChg chg="undo redo custSel addSld delSld modSld sldOrd">
      <pc:chgData name="balappagari pranathi" userId="3f0165da84cdb633" providerId="LiveId" clId="{C469EDE5-63BF-4376-B1C8-E78970E2F892}" dt="2025-11-21T18:23:34.511" v="1309" actId="207"/>
      <pc:docMkLst>
        <pc:docMk/>
      </pc:docMkLst>
      <pc:sldChg chg="modSp mod">
        <pc:chgData name="balappagari pranathi" userId="3f0165da84cdb633" providerId="LiveId" clId="{C469EDE5-63BF-4376-B1C8-E78970E2F892}" dt="2025-11-21T18:23:34.511" v="1309" actId="207"/>
        <pc:sldMkLst>
          <pc:docMk/>
          <pc:sldMk cId="3412660387" sldId="257"/>
        </pc:sldMkLst>
        <pc:spChg chg="mod">
          <ac:chgData name="balappagari pranathi" userId="3f0165da84cdb633" providerId="LiveId" clId="{C469EDE5-63BF-4376-B1C8-E78970E2F892}" dt="2025-11-21T18:23:34.511" v="1309" actId="207"/>
          <ac:spMkLst>
            <pc:docMk/>
            <pc:sldMk cId="3412660387" sldId="257"/>
            <ac:spMk id="10" creationId="{3D7EF7E1-AD04-43DC-9985-917D5D7A2030}"/>
          </ac:spMkLst>
        </pc:spChg>
        <pc:spChg chg="mod">
          <ac:chgData name="balappagari pranathi" userId="3f0165da84cdb633" providerId="LiveId" clId="{C469EDE5-63BF-4376-B1C8-E78970E2F892}" dt="2025-11-21T18:23:07.223" v="1307" actId="113"/>
          <ac:spMkLst>
            <pc:docMk/>
            <pc:sldMk cId="3412660387" sldId="257"/>
            <ac:spMk id="11" creationId="{94648592-A1DD-4A8E-8BAF-1E9724457804}"/>
          </ac:spMkLst>
        </pc:spChg>
      </pc:sldChg>
      <pc:sldChg chg="addSp delSp modSp mod">
        <pc:chgData name="balappagari pranathi" userId="3f0165da84cdb633" providerId="LiveId" clId="{C469EDE5-63BF-4376-B1C8-E78970E2F892}" dt="2025-11-21T18:22:28.533" v="1304" actId="1076"/>
        <pc:sldMkLst>
          <pc:docMk/>
          <pc:sldMk cId="3376082651" sldId="258"/>
        </pc:sldMkLst>
        <pc:spChg chg="mod">
          <ac:chgData name="balappagari pranathi" userId="3f0165da84cdb633" providerId="LiveId" clId="{C469EDE5-63BF-4376-B1C8-E78970E2F892}" dt="2025-11-21T18:22:26.673" v="1303" actId="255"/>
          <ac:spMkLst>
            <pc:docMk/>
            <pc:sldMk cId="3376082651" sldId="258"/>
            <ac:spMk id="8" creationId="{6FBAC106-3C37-494F-A5A1-56222815F165}"/>
          </ac:spMkLst>
        </pc:spChg>
        <pc:spChg chg="mod">
          <ac:chgData name="balappagari pranathi" userId="3f0165da84cdb633" providerId="LiveId" clId="{C469EDE5-63BF-4376-B1C8-E78970E2F892}" dt="2025-11-21T18:22:28.533" v="1304" actId="1076"/>
          <ac:spMkLst>
            <pc:docMk/>
            <pc:sldMk cId="3376082651" sldId="258"/>
            <ac:spMk id="9" creationId="{13170DBD-BE0B-49D0-BCA7-15B37B822C66}"/>
          </ac:spMkLst>
        </pc:spChg>
        <pc:spChg chg="add del mod">
          <ac:chgData name="balappagari pranathi" userId="3f0165da84cdb633" providerId="LiveId" clId="{C469EDE5-63BF-4376-B1C8-E78970E2F892}" dt="2025-11-21T18:21:57.283" v="1301" actId="113"/>
          <ac:spMkLst>
            <pc:docMk/>
            <pc:sldMk cId="3376082651" sldId="258"/>
            <ac:spMk id="10" creationId="{1EFAC815-5686-4EC5-9A32-96132F6120B5}"/>
          </ac:spMkLst>
        </pc:spChg>
      </pc:sldChg>
      <pc:sldChg chg="modSp mod">
        <pc:chgData name="balappagari pranathi" userId="3f0165da84cdb633" providerId="LiveId" clId="{C469EDE5-63BF-4376-B1C8-E78970E2F892}" dt="2025-11-21T16:13:12.499" v="152" actId="1036"/>
        <pc:sldMkLst>
          <pc:docMk/>
          <pc:sldMk cId="683805684" sldId="259"/>
        </pc:sldMkLst>
        <pc:spChg chg="mod">
          <ac:chgData name="balappagari pranathi" userId="3f0165da84cdb633" providerId="LiveId" clId="{C469EDE5-63BF-4376-B1C8-E78970E2F892}" dt="2025-11-21T16:13:10.760" v="151" actId="14100"/>
          <ac:spMkLst>
            <pc:docMk/>
            <pc:sldMk cId="683805684" sldId="259"/>
            <ac:spMk id="8" creationId="{53A6A713-70D4-4F21-95B8-BFB54EA54FC7}"/>
          </ac:spMkLst>
        </pc:spChg>
        <pc:spChg chg="mod">
          <ac:chgData name="balappagari pranathi" userId="3f0165da84cdb633" providerId="LiveId" clId="{C469EDE5-63BF-4376-B1C8-E78970E2F892}" dt="2025-11-21T16:13:12.499" v="152" actId="1036"/>
          <ac:spMkLst>
            <pc:docMk/>
            <pc:sldMk cId="683805684" sldId="259"/>
            <ac:spMk id="9" creationId="{FCA89276-DD99-45F2-8B10-11923D49546E}"/>
          </ac:spMkLst>
        </pc:spChg>
      </pc:sldChg>
      <pc:sldChg chg="addSp modSp">
        <pc:chgData name="balappagari pranathi" userId="3f0165da84cdb633" providerId="LiveId" clId="{C469EDE5-63BF-4376-B1C8-E78970E2F892}" dt="2025-11-21T15:47:41.007" v="0"/>
        <pc:sldMkLst>
          <pc:docMk/>
          <pc:sldMk cId="2257351001" sldId="260"/>
        </pc:sldMkLst>
        <pc:spChg chg="add mod">
          <ac:chgData name="balappagari pranathi" userId="3f0165da84cdb633" providerId="LiveId" clId="{C469EDE5-63BF-4376-B1C8-E78970E2F892}" dt="2025-11-21T15:47:41.007" v="0"/>
          <ac:spMkLst>
            <pc:docMk/>
            <pc:sldMk cId="2257351001" sldId="260"/>
            <ac:spMk id="8" creationId="{8CF54576-DB69-4A2C-B10F-E7DE80DE5F40}"/>
          </ac:spMkLst>
        </pc:spChg>
        <pc:spChg chg="add mod">
          <ac:chgData name="balappagari pranathi" userId="3f0165da84cdb633" providerId="LiveId" clId="{C469EDE5-63BF-4376-B1C8-E78970E2F892}" dt="2025-11-21T15:47:41.007" v="0"/>
          <ac:spMkLst>
            <pc:docMk/>
            <pc:sldMk cId="2257351001" sldId="260"/>
            <ac:spMk id="9" creationId="{98F87FAA-FA07-4221-A84B-111E11E3AC81}"/>
          </ac:spMkLst>
        </pc:spChg>
        <pc:spChg chg="add mod">
          <ac:chgData name="balappagari pranathi" userId="3f0165da84cdb633" providerId="LiveId" clId="{C469EDE5-63BF-4376-B1C8-E78970E2F892}" dt="2025-11-21T15:47:41.007" v="0"/>
          <ac:spMkLst>
            <pc:docMk/>
            <pc:sldMk cId="2257351001" sldId="260"/>
            <ac:spMk id="10" creationId="{2326827C-B987-4322-8D7B-67368592C610}"/>
          </ac:spMkLst>
        </pc:spChg>
        <pc:picChg chg="add mod">
          <ac:chgData name="balappagari pranathi" userId="3f0165da84cdb633" providerId="LiveId" clId="{C469EDE5-63BF-4376-B1C8-E78970E2F892}" dt="2025-11-21T15:47:41.007" v="0"/>
          <ac:picMkLst>
            <pc:docMk/>
            <pc:sldMk cId="2257351001" sldId="260"/>
            <ac:picMk id="11" creationId="{CBD4A71E-8277-4557-8523-0FA8C0C87479}"/>
          </ac:picMkLst>
        </pc:picChg>
      </pc:sldChg>
      <pc:sldChg chg="addSp modSp new mod">
        <pc:chgData name="balappagari pranathi" userId="3f0165da84cdb633" providerId="LiveId" clId="{C469EDE5-63BF-4376-B1C8-E78970E2F892}" dt="2025-11-21T16:13:03.576" v="150" actId="14100"/>
        <pc:sldMkLst>
          <pc:docMk/>
          <pc:sldMk cId="715567594" sldId="261"/>
        </pc:sldMkLst>
        <pc:spChg chg="add mod">
          <ac:chgData name="balappagari pranathi" userId="3f0165da84cdb633" providerId="LiveId" clId="{C469EDE5-63BF-4376-B1C8-E78970E2F892}" dt="2025-11-21T15:48:06.245" v="2"/>
          <ac:spMkLst>
            <pc:docMk/>
            <pc:sldMk cId="715567594" sldId="261"/>
            <ac:spMk id="2" creationId="{B06C66DB-22DA-4DA1-9E9D-E5B6E2A6873E}"/>
          </ac:spMkLst>
        </pc:spChg>
        <pc:spChg chg="add mod">
          <ac:chgData name="balappagari pranathi" userId="3f0165da84cdb633" providerId="LiveId" clId="{C469EDE5-63BF-4376-B1C8-E78970E2F892}" dt="2025-11-21T15:48:06.245" v="2"/>
          <ac:spMkLst>
            <pc:docMk/>
            <pc:sldMk cId="715567594" sldId="261"/>
            <ac:spMk id="3" creationId="{B33AFFD4-7292-4A8C-8A17-1A7CC0EFD172}"/>
          </ac:spMkLst>
        </pc:spChg>
        <pc:spChg chg="add mod">
          <ac:chgData name="balappagari pranathi" userId="3f0165da84cdb633" providerId="LiveId" clId="{C469EDE5-63BF-4376-B1C8-E78970E2F892}" dt="2025-11-21T15:48:06.245" v="2"/>
          <ac:spMkLst>
            <pc:docMk/>
            <pc:sldMk cId="715567594" sldId="261"/>
            <ac:spMk id="4" creationId="{C2BB9153-A7A0-4504-AC5F-56790DAEB5CD}"/>
          </ac:spMkLst>
        </pc:spChg>
        <pc:spChg chg="add mod">
          <ac:chgData name="balappagari pranathi" userId="3f0165da84cdb633" providerId="LiveId" clId="{C469EDE5-63BF-4376-B1C8-E78970E2F892}" dt="2025-11-21T15:48:06.245" v="2"/>
          <ac:spMkLst>
            <pc:docMk/>
            <pc:sldMk cId="715567594" sldId="261"/>
            <ac:spMk id="5" creationId="{E2AF6416-E065-4DA5-B156-B7F578D2AF40}"/>
          </ac:spMkLst>
        </pc:spChg>
        <pc:spChg chg="add mod">
          <ac:chgData name="balappagari pranathi" userId="3f0165da84cdb633" providerId="LiveId" clId="{C469EDE5-63BF-4376-B1C8-E78970E2F892}" dt="2025-11-21T15:48:06.245" v="2"/>
          <ac:spMkLst>
            <pc:docMk/>
            <pc:sldMk cId="715567594" sldId="261"/>
            <ac:spMk id="7" creationId="{52DE6456-D739-4E1F-8DA1-5FAE5B3DFF86}"/>
          </ac:spMkLst>
        </pc:spChg>
        <pc:spChg chg="add mod">
          <ac:chgData name="balappagari pranathi" userId="3f0165da84cdb633" providerId="LiveId" clId="{C469EDE5-63BF-4376-B1C8-E78970E2F892}" dt="2025-11-21T16:13:03.576" v="150" actId="14100"/>
          <ac:spMkLst>
            <pc:docMk/>
            <pc:sldMk cId="715567594" sldId="261"/>
            <ac:spMk id="8" creationId="{9DB49FF0-DD0A-4E85-B1B8-B76E864F7D19}"/>
          </ac:spMkLst>
        </pc:spChg>
        <pc:spChg chg="add mod">
          <ac:chgData name="balappagari pranathi" userId="3f0165da84cdb633" providerId="LiveId" clId="{C469EDE5-63BF-4376-B1C8-E78970E2F892}" dt="2025-11-21T16:12:40.595" v="146" actId="255"/>
          <ac:spMkLst>
            <pc:docMk/>
            <pc:sldMk cId="715567594" sldId="261"/>
            <ac:spMk id="9" creationId="{8743322B-5B08-41CC-9479-466C5D07ED2B}"/>
          </ac:spMkLst>
        </pc:spChg>
        <pc:picChg chg="add mod">
          <ac:chgData name="balappagari pranathi" userId="3f0165da84cdb633" providerId="LiveId" clId="{C469EDE5-63BF-4376-B1C8-E78970E2F892}" dt="2025-11-21T15:48:06.245" v="2"/>
          <ac:picMkLst>
            <pc:docMk/>
            <pc:sldMk cId="715567594" sldId="261"/>
            <ac:picMk id="6" creationId="{FA43899D-08E8-44A2-ADB1-30FFF0F099A6}"/>
          </ac:picMkLst>
        </pc:picChg>
      </pc:sldChg>
      <pc:sldChg chg="addSp delSp modSp add mod">
        <pc:chgData name="balappagari pranathi" userId="3f0165da84cdb633" providerId="LiveId" clId="{C469EDE5-63BF-4376-B1C8-E78970E2F892}" dt="2025-11-21T16:13:32.630" v="155" actId="14100"/>
        <pc:sldMkLst>
          <pc:docMk/>
          <pc:sldMk cId="2486827658" sldId="262"/>
        </pc:sldMkLst>
        <pc:spChg chg="add mod">
          <ac:chgData name="balappagari pranathi" userId="3f0165da84cdb633" providerId="LiveId" clId="{C469EDE5-63BF-4376-B1C8-E78970E2F892}" dt="2025-11-21T16:13:32.630" v="155" actId="14100"/>
          <ac:spMkLst>
            <pc:docMk/>
            <pc:sldMk cId="2486827658" sldId="262"/>
            <ac:spMk id="8" creationId="{9FB7066A-5302-4DEE-B682-1D05FF89F48E}"/>
          </ac:spMkLst>
        </pc:spChg>
        <pc:spChg chg="add mod">
          <ac:chgData name="balappagari pranathi" userId="3f0165da84cdb633" providerId="LiveId" clId="{C469EDE5-63BF-4376-B1C8-E78970E2F892}" dt="2025-11-21T16:12:28.768" v="145" actId="255"/>
          <ac:spMkLst>
            <pc:docMk/>
            <pc:sldMk cId="2486827658" sldId="262"/>
            <ac:spMk id="10" creationId="{83E7436A-5D39-4DD2-A093-F19CBD5B2FF3}"/>
          </ac:spMkLst>
        </pc:spChg>
      </pc:sldChg>
      <pc:sldChg chg="addSp delSp modSp add mod ord">
        <pc:chgData name="balappagari pranathi" userId="3f0165da84cdb633" providerId="LiveId" clId="{C469EDE5-63BF-4376-B1C8-E78970E2F892}" dt="2025-11-21T16:20:09.129" v="185"/>
        <pc:sldMkLst>
          <pc:docMk/>
          <pc:sldMk cId="1806985566" sldId="263"/>
        </pc:sldMkLst>
        <pc:spChg chg="add mod">
          <ac:chgData name="balappagari pranathi" userId="3f0165da84cdb633" providerId="LiveId" clId="{C469EDE5-63BF-4376-B1C8-E78970E2F892}" dt="2025-11-21T16:02:46.647" v="73" actId="14100"/>
          <ac:spMkLst>
            <pc:docMk/>
            <pc:sldMk cId="1806985566" sldId="263"/>
            <ac:spMk id="8" creationId="{D2C67360-7FDE-48DE-9098-507480140E70}"/>
          </ac:spMkLst>
        </pc:spChg>
        <pc:spChg chg="add mod">
          <ac:chgData name="balappagari pranathi" userId="3f0165da84cdb633" providerId="LiveId" clId="{C469EDE5-63BF-4376-B1C8-E78970E2F892}" dt="2025-11-21T16:12:21.528" v="144" actId="255"/>
          <ac:spMkLst>
            <pc:docMk/>
            <pc:sldMk cId="1806985566" sldId="263"/>
            <ac:spMk id="9" creationId="{97813525-4E4D-4C98-9A4B-6604AC22AEF6}"/>
          </ac:spMkLst>
        </pc:spChg>
      </pc:sldChg>
      <pc:sldChg chg="addSp delSp modSp add mod">
        <pc:chgData name="balappagari pranathi" userId="3f0165da84cdb633" providerId="LiveId" clId="{C469EDE5-63BF-4376-B1C8-E78970E2F892}" dt="2025-11-21T16:14:26.761" v="160" actId="14100"/>
        <pc:sldMkLst>
          <pc:docMk/>
          <pc:sldMk cId="2492307306" sldId="264"/>
        </pc:sldMkLst>
        <pc:spChg chg="add mod">
          <ac:chgData name="balappagari pranathi" userId="3f0165da84cdb633" providerId="LiveId" clId="{C469EDE5-63BF-4376-B1C8-E78970E2F892}" dt="2025-11-21T16:13:49.488" v="157" actId="14100"/>
          <ac:spMkLst>
            <pc:docMk/>
            <pc:sldMk cId="2492307306" sldId="264"/>
            <ac:spMk id="10" creationId="{78F9A048-8BBD-4208-B2F9-5A9B1A4C9603}"/>
          </ac:spMkLst>
        </pc:spChg>
        <pc:spChg chg="add mod">
          <ac:chgData name="balappagari pranathi" userId="3f0165da84cdb633" providerId="LiveId" clId="{C469EDE5-63BF-4376-B1C8-E78970E2F892}" dt="2025-11-21T16:14:26.761" v="160" actId="14100"/>
          <ac:spMkLst>
            <pc:docMk/>
            <pc:sldMk cId="2492307306" sldId="264"/>
            <ac:spMk id="11" creationId="{69ADBA0B-5BB9-4219-B276-077A524CA92D}"/>
          </ac:spMkLst>
        </pc:spChg>
      </pc:sldChg>
      <pc:sldChg chg="addSp delSp modSp add mod">
        <pc:chgData name="balappagari pranathi" userId="3f0165da84cdb633" providerId="LiveId" clId="{C469EDE5-63BF-4376-B1C8-E78970E2F892}" dt="2025-11-21T16:45:48.940" v="290" actId="14100"/>
        <pc:sldMkLst>
          <pc:docMk/>
          <pc:sldMk cId="1286314619" sldId="265"/>
        </pc:sldMkLst>
        <pc:spChg chg="mod">
          <ac:chgData name="balappagari pranathi" userId="3f0165da84cdb633" providerId="LiveId" clId="{C469EDE5-63BF-4376-B1C8-E78970E2F892}" dt="2025-11-21T16:45:48.940" v="290" actId="14100"/>
          <ac:spMkLst>
            <pc:docMk/>
            <pc:sldMk cId="1286314619" sldId="265"/>
            <ac:spMk id="8" creationId="{D2C67360-7FDE-48DE-9098-507480140E70}"/>
          </ac:spMkLst>
        </pc:spChg>
        <pc:spChg chg="add mod">
          <ac:chgData name="balappagari pranathi" userId="3f0165da84cdb633" providerId="LiveId" clId="{C469EDE5-63BF-4376-B1C8-E78970E2F892}" dt="2025-11-21T16:18:16.386" v="182" actId="1076"/>
          <ac:spMkLst>
            <pc:docMk/>
            <pc:sldMk cId="1286314619" sldId="265"/>
            <ac:spMk id="9" creationId="{343FCED9-6426-4A1E-947D-85EE3F4153E9}"/>
          </ac:spMkLst>
        </pc:spChg>
      </pc:sldChg>
      <pc:sldChg chg="addSp delSp modSp add mod ord">
        <pc:chgData name="balappagari pranathi" userId="3f0165da84cdb633" providerId="LiveId" clId="{C469EDE5-63BF-4376-B1C8-E78970E2F892}" dt="2025-11-21T17:33:50.463" v="792" actId="14100"/>
        <pc:sldMkLst>
          <pc:docMk/>
          <pc:sldMk cId="3472655809" sldId="266"/>
        </pc:sldMkLst>
        <pc:spChg chg="add mod">
          <ac:chgData name="balappagari pranathi" userId="3f0165da84cdb633" providerId="LiveId" clId="{C469EDE5-63BF-4376-B1C8-E78970E2F892}" dt="2025-11-21T17:33:44.003" v="789" actId="255"/>
          <ac:spMkLst>
            <pc:docMk/>
            <pc:sldMk cId="3472655809" sldId="266"/>
            <ac:spMk id="2" creationId="{62346646-5F10-42F1-AA72-4EC2AF6BF0A7}"/>
          </ac:spMkLst>
        </pc:spChg>
      </pc:sldChg>
      <pc:sldChg chg="addSp modSp add mod">
        <pc:chgData name="balappagari pranathi" userId="3f0165da84cdb633" providerId="LiveId" clId="{C469EDE5-63BF-4376-B1C8-E78970E2F892}" dt="2025-11-21T17:37:40.540" v="820" actId="1076"/>
        <pc:sldMkLst>
          <pc:docMk/>
          <pc:sldMk cId="765688573" sldId="267"/>
        </pc:sldMkLst>
        <pc:spChg chg="add mod">
          <ac:chgData name="balappagari pranathi" userId="3f0165da84cdb633" providerId="LiveId" clId="{C469EDE5-63BF-4376-B1C8-E78970E2F892}" dt="2025-11-21T17:37:31.523" v="818" actId="14100"/>
          <ac:spMkLst>
            <pc:docMk/>
            <pc:sldMk cId="765688573" sldId="267"/>
            <ac:spMk id="2" creationId="{57368456-FE00-4348-8BB5-5F8D28C33866}"/>
          </ac:spMkLst>
        </pc:spChg>
        <pc:picChg chg="add mod">
          <ac:chgData name="balappagari pranathi" userId="3f0165da84cdb633" providerId="LiveId" clId="{C469EDE5-63BF-4376-B1C8-E78970E2F892}" dt="2025-11-21T17:37:40.540" v="820" actId="1076"/>
          <ac:picMkLst>
            <pc:docMk/>
            <pc:sldMk cId="765688573" sldId="267"/>
            <ac:picMk id="9" creationId="{DB7603DE-AEB0-497B-A35E-F79875339550}"/>
          </ac:picMkLst>
        </pc:picChg>
      </pc:sldChg>
      <pc:sldChg chg="addSp delSp modSp add mod">
        <pc:chgData name="balappagari pranathi" userId="3f0165da84cdb633" providerId="LiveId" clId="{C469EDE5-63BF-4376-B1C8-E78970E2F892}" dt="2025-11-21T16:53:55.741" v="312" actId="14100"/>
        <pc:sldMkLst>
          <pc:docMk/>
          <pc:sldMk cId="2776253817" sldId="268"/>
        </pc:sldMkLst>
        <pc:spChg chg="add mod">
          <ac:chgData name="balappagari pranathi" userId="3f0165da84cdb633" providerId="LiveId" clId="{C469EDE5-63BF-4376-B1C8-E78970E2F892}" dt="2025-11-21T16:52:21.366" v="298" actId="14100"/>
          <ac:spMkLst>
            <pc:docMk/>
            <pc:sldMk cId="2776253817" sldId="268"/>
            <ac:spMk id="2" creationId="{06B4DAFC-C870-4583-BE7E-283D3D282D1E}"/>
          </ac:spMkLst>
        </pc:spChg>
        <pc:spChg chg="add mod">
          <ac:chgData name="balappagari pranathi" userId="3f0165da84cdb633" providerId="LiveId" clId="{C469EDE5-63BF-4376-B1C8-E78970E2F892}" dt="2025-11-21T16:53:55.741" v="312" actId="14100"/>
          <ac:spMkLst>
            <pc:docMk/>
            <pc:sldMk cId="2776253817" sldId="268"/>
            <ac:spMk id="11" creationId="{BB79BC8C-CA62-4857-9740-4C80413AB67A}"/>
          </ac:spMkLst>
        </pc:spChg>
      </pc:sldChg>
      <pc:sldChg chg="addSp delSp modSp add mod">
        <pc:chgData name="balappagari pranathi" userId="3f0165da84cdb633" providerId="LiveId" clId="{C469EDE5-63BF-4376-B1C8-E78970E2F892}" dt="2025-11-21T16:26:15.023" v="228" actId="1076"/>
        <pc:sldMkLst>
          <pc:docMk/>
          <pc:sldMk cId="636117094" sldId="269"/>
        </pc:sldMkLst>
        <pc:spChg chg="add mod">
          <ac:chgData name="balappagari pranathi" userId="3f0165da84cdb633" providerId="LiveId" clId="{C469EDE5-63BF-4376-B1C8-E78970E2F892}" dt="2025-11-21T16:26:15.023" v="228" actId="1076"/>
          <ac:spMkLst>
            <pc:docMk/>
            <pc:sldMk cId="636117094" sldId="269"/>
            <ac:spMk id="2" creationId="{856D8572-185E-40AA-9639-D6A967243328}"/>
          </ac:spMkLst>
        </pc:spChg>
        <pc:graphicFrameChg chg="add mod modGraphic">
          <ac:chgData name="balappagari pranathi" userId="3f0165da84cdb633" providerId="LiveId" clId="{C469EDE5-63BF-4376-B1C8-E78970E2F892}" dt="2025-11-21T16:26:11.510" v="227" actId="120"/>
          <ac:graphicFrameMkLst>
            <pc:docMk/>
            <pc:sldMk cId="636117094" sldId="269"/>
            <ac:graphicFrameMk id="10" creationId="{FCEBE658-924C-4B67-A9AB-1E785AE5C1CA}"/>
          </ac:graphicFrameMkLst>
        </pc:graphicFrameChg>
      </pc:sldChg>
      <pc:sldChg chg="addSp modSp add mod">
        <pc:chgData name="balappagari pranathi" userId="3f0165da84cdb633" providerId="LiveId" clId="{C469EDE5-63BF-4376-B1C8-E78970E2F892}" dt="2025-11-21T16:38:50.872" v="267" actId="14100"/>
        <pc:sldMkLst>
          <pc:docMk/>
          <pc:sldMk cId="1040146602" sldId="270"/>
        </pc:sldMkLst>
        <pc:spChg chg="add mod">
          <ac:chgData name="balappagari pranathi" userId="3f0165da84cdb633" providerId="LiveId" clId="{C469EDE5-63BF-4376-B1C8-E78970E2F892}" dt="2025-11-21T16:28:51.254" v="235" actId="122"/>
          <ac:spMkLst>
            <pc:docMk/>
            <pc:sldMk cId="1040146602" sldId="270"/>
            <ac:spMk id="2" creationId="{9D2BD7F8-EB8D-48F1-8AA8-4E0A11D3A48F}"/>
          </ac:spMkLst>
        </pc:spChg>
        <pc:spChg chg="add mod">
          <ac:chgData name="balappagari pranathi" userId="3f0165da84cdb633" providerId="LiveId" clId="{C469EDE5-63BF-4376-B1C8-E78970E2F892}" dt="2025-11-21T16:38:50.872" v="267" actId="14100"/>
          <ac:spMkLst>
            <pc:docMk/>
            <pc:sldMk cId="1040146602" sldId="270"/>
            <ac:spMk id="10" creationId="{0E337F0D-1304-4672-9C1E-4BBF4B5ABB6F}"/>
          </ac:spMkLst>
        </pc:spChg>
      </pc:sldChg>
      <pc:sldChg chg="addSp modSp add mod">
        <pc:chgData name="balappagari pranathi" userId="3f0165da84cdb633" providerId="LiveId" clId="{C469EDE5-63BF-4376-B1C8-E78970E2F892}" dt="2025-11-21T17:15:06.454" v="571" actId="14100"/>
        <pc:sldMkLst>
          <pc:docMk/>
          <pc:sldMk cId="2775792841" sldId="271"/>
        </pc:sldMkLst>
        <pc:spChg chg="add mod">
          <ac:chgData name="balappagari pranathi" userId="3f0165da84cdb633" providerId="LiveId" clId="{C469EDE5-63BF-4376-B1C8-E78970E2F892}" dt="2025-11-21T17:01:27.186" v="351" actId="14100"/>
          <ac:spMkLst>
            <pc:docMk/>
            <pc:sldMk cId="2775792841" sldId="271"/>
            <ac:spMk id="9" creationId="{F630C500-2E84-4B84-AAC0-A19C2C98522F}"/>
          </ac:spMkLst>
        </pc:spChg>
        <pc:graphicFrameChg chg="add mod modGraphic">
          <ac:chgData name="balappagari pranathi" userId="3f0165da84cdb633" providerId="LiveId" clId="{C469EDE5-63BF-4376-B1C8-E78970E2F892}" dt="2025-11-21T17:15:06.454" v="571" actId="14100"/>
          <ac:graphicFrameMkLst>
            <pc:docMk/>
            <pc:sldMk cId="2775792841" sldId="271"/>
            <ac:graphicFrameMk id="2" creationId="{9832297D-DF1C-4BC2-94D7-3E1E56722D79}"/>
          </ac:graphicFrameMkLst>
        </pc:graphicFrameChg>
      </pc:sldChg>
      <pc:sldChg chg="addSp delSp modSp add mod">
        <pc:chgData name="balappagari pranathi" userId="3f0165da84cdb633" providerId="LiveId" clId="{C469EDE5-63BF-4376-B1C8-E78970E2F892}" dt="2025-11-21T18:13:32.084" v="1105" actId="1076"/>
        <pc:sldMkLst>
          <pc:docMk/>
          <pc:sldMk cId="3182311687" sldId="272"/>
        </pc:sldMkLst>
        <pc:spChg chg="add mod">
          <ac:chgData name="balappagari pranathi" userId="3f0165da84cdb633" providerId="LiveId" clId="{C469EDE5-63BF-4376-B1C8-E78970E2F892}" dt="2025-11-21T17:34:38.238" v="801" actId="14100"/>
          <ac:spMkLst>
            <pc:docMk/>
            <pc:sldMk cId="3182311687" sldId="272"/>
            <ac:spMk id="14" creationId="{1914BC09-B2FF-48AC-9916-9D08AA92A79F}"/>
          </ac:spMkLst>
        </pc:spChg>
        <pc:picChg chg="add mod">
          <ac:chgData name="balappagari pranathi" userId="3f0165da84cdb633" providerId="LiveId" clId="{C469EDE5-63BF-4376-B1C8-E78970E2F892}" dt="2025-11-21T17:26:23.448" v="677" actId="14100"/>
          <ac:picMkLst>
            <pc:docMk/>
            <pc:sldMk cId="3182311687" sldId="272"/>
            <ac:picMk id="16" creationId="{7E568ED6-4F00-4764-8439-20A8BA052B8A}"/>
          </ac:picMkLst>
        </pc:picChg>
      </pc:sldChg>
      <pc:sldChg chg="addSp delSp modSp add mod">
        <pc:chgData name="balappagari pranathi" userId="3f0165da84cdb633" providerId="LiveId" clId="{C469EDE5-63BF-4376-B1C8-E78970E2F892}" dt="2025-11-21T17:34:25.725" v="799" actId="255"/>
        <pc:sldMkLst>
          <pc:docMk/>
          <pc:sldMk cId="2088603629" sldId="273"/>
        </pc:sldMkLst>
        <pc:spChg chg="add mod">
          <ac:chgData name="balappagari pranathi" userId="3f0165da84cdb633" providerId="LiveId" clId="{C469EDE5-63BF-4376-B1C8-E78970E2F892}" dt="2025-11-21T17:34:25.725" v="799" actId="255"/>
          <ac:spMkLst>
            <pc:docMk/>
            <pc:sldMk cId="2088603629" sldId="273"/>
            <ac:spMk id="2" creationId="{C2D16AC1-E299-4C53-8A7B-1E7EACDD6F9B}"/>
          </ac:spMkLst>
        </pc:spChg>
        <pc:picChg chg="add mod">
          <ac:chgData name="balappagari pranathi" userId="3f0165da84cdb633" providerId="LiveId" clId="{C469EDE5-63BF-4376-B1C8-E78970E2F892}" dt="2025-11-21T17:29:18.663" v="726" actId="14100"/>
          <ac:picMkLst>
            <pc:docMk/>
            <pc:sldMk cId="2088603629" sldId="273"/>
            <ac:picMk id="11" creationId="{67717835-7DC6-41C5-855E-7D291CD6AFD4}"/>
          </ac:picMkLst>
        </pc:picChg>
      </pc:sldChg>
      <pc:sldChg chg="addSp modSp add mod">
        <pc:chgData name="balappagari pranathi" userId="3f0165da84cdb633" providerId="LiveId" clId="{C469EDE5-63BF-4376-B1C8-E78970E2F892}" dt="2025-11-21T17:34:05.806" v="795" actId="122"/>
        <pc:sldMkLst>
          <pc:docMk/>
          <pc:sldMk cId="1118690132" sldId="274"/>
        </pc:sldMkLst>
        <pc:spChg chg="add mod">
          <ac:chgData name="balappagari pranathi" userId="3f0165da84cdb633" providerId="LiveId" clId="{C469EDE5-63BF-4376-B1C8-E78970E2F892}" dt="2025-11-21T17:34:05.806" v="795" actId="122"/>
          <ac:spMkLst>
            <pc:docMk/>
            <pc:sldMk cId="1118690132" sldId="274"/>
            <ac:spMk id="2" creationId="{5C4BF44B-2DE7-4158-8442-D546F63A4A7E}"/>
          </ac:spMkLst>
        </pc:spChg>
        <pc:picChg chg="add mod">
          <ac:chgData name="balappagari pranathi" userId="3f0165da84cdb633" providerId="LiveId" clId="{C469EDE5-63BF-4376-B1C8-E78970E2F892}" dt="2025-11-21T17:32:26.373" v="746" actId="14100"/>
          <ac:picMkLst>
            <pc:docMk/>
            <pc:sldMk cId="1118690132" sldId="274"/>
            <ac:picMk id="10" creationId="{31960336-1A8D-47CC-9ACC-3D4FE974AFB2}"/>
          </ac:picMkLst>
        </pc:picChg>
      </pc:sldChg>
      <pc:sldChg chg="addSp delSp modSp add mod">
        <pc:chgData name="balappagari pranathi" userId="3f0165da84cdb633" providerId="LiveId" clId="{C469EDE5-63BF-4376-B1C8-E78970E2F892}" dt="2025-11-21T17:40:30.796" v="846" actId="122"/>
        <pc:sldMkLst>
          <pc:docMk/>
          <pc:sldMk cId="2603130110" sldId="275"/>
        </pc:sldMkLst>
        <pc:spChg chg="add mod">
          <ac:chgData name="balappagari pranathi" userId="3f0165da84cdb633" providerId="LiveId" clId="{C469EDE5-63BF-4376-B1C8-E78970E2F892}" dt="2025-11-21T17:40:30.796" v="846" actId="122"/>
          <ac:spMkLst>
            <pc:docMk/>
            <pc:sldMk cId="2603130110" sldId="275"/>
            <ac:spMk id="11" creationId="{FC82B180-BF6D-4C34-B16C-C9D29EE7D565}"/>
          </ac:spMkLst>
        </pc:spChg>
        <pc:picChg chg="add mod">
          <ac:chgData name="balappagari pranathi" userId="3f0165da84cdb633" providerId="LiveId" clId="{C469EDE5-63BF-4376-B1C8-E78970E2F892}" dt="2025-11-21T17:39:59.658" v="829" actId="1076"/>
          <ac:picMkLst>
            <pc:docMk/>
            <pc:sldMk cId="2603130110" sldId="275"/>
            <ac:picMk id="10" creationId="{D743D10E-28C1-4E87-9580-4F3712ECEAAF}"/>
          </ac:picMkLst>
        </pc:picChg>
      </pc:sldChg>
      <pc:sldChg chg="addSp modSp add mod">
        <pc:chgData name="balappagari pranathi" userId="3f0165da84cdb633" providerId="LiveId" clId="{C469EDE5-63BF-4376-B1C8-E78970E2F892}" dt="2025-11-21T17:52:10.908" v="928" actId="255"/>
        <pc:sldMkLst>
          <pc:docMk/>
          <pc:sldMk cId="482546254" sldId="276"/>
        </pc:sldMkLst>
        <pc:spChg chg="add mod">
          <ac:chgData name="balappagari pranathi" userId="3f0165da84cdb633" providerId="LiveId" clId="{C469EDE5-63BF-4376-B1C8-E78970E2F892}" dt="2025-11-21T17:52:10.908" v="928" actId="255"/>
          <ac:spMkLst>
            <pc:docMk/>
            <pc:sldMk cId="482546254" sldId="276"/>
            <ac:spMk id="9" creationId="{57615E04-DA0F-4F47-B389-82DC5FCC98D1}"/>
          </ac:spMkLst>
        </pc:spChg>
        <pc:spChg chg="add mod">
          <ac:chgData name="balappagari pranathi" userId="3f0165da84cdb633" providerId="LiveId" clId="{C469EDE5-63BF-4376-B1C8-E78970E2F892}" dt="2025-11-21T17:42:53.567" v="858" actId="14100"/>
          <ac:spMkLst>
            <pc:docMk/>
            <pc:sldMk cId="482546254" sldId="276"/>
            <ac:spMk id="11" creationId="{870E4235-E399-448A-8A03-7689A8793D62}"/>
          </ac:spMkLst>
        </pc:spChg>
      </pc:sldChg>
      <pc:sldChg chg="addSp modSp add mod">
        <pc:chgData name="balappagari pranathi" userId="3f0165da84cdb633" providerId="LiveId" clId="{C469EDE5-63BF-4376-B1C8-E78970E2F892}" dt="2025-11-21T17:53:44.108" v="955" actId="1076"/>
        <pc:sldMkLst>
          <pc:docMk/>
          <pc:sldMk cId="245104807" sldId="277"/>
        </pc:sldMkLst>
        <pc:spChg chg="add mod">
          <ac:chgData name="balappagari pranathi" userId="3f0165da84cdb633" providerId="LiveId" clId="{C469EDE5-63BF-4376-B1C8-E78970E2F892}" dt="2025-11-21T17:53:44.108" v="955" actId="1076"/>
          <ac:spMkLst>
            <pc:docMk/>
            <pc:sldMk cId="245104807" sldId="277"/>
            <ac:spMk id="9" creationId="{37D0C453-30F7-4F11-B956-4FA438CAA526}"/>
          </ac:spMkLst>
        </pc:spChg>
        <pc:spChg chg="add mod">
          <ac:chgData name="balappagari pranathi" userId="3f0165da84cdb633" providerId="LiveId" clId="{C469EDE5-63BF-4376-B1C8-E78970E2F892}" dt="2025-11-21T17:53:38.723" v="954" actId="123"/>
          <ac:spMkLst>
            <pc:docMk/>
            <pc:sldMk cId="245104807" sldId="277"/>
            <ac:spMk id="11" creationId="{1E9AA5EE-4981-4B96-B1CE-D0CDEE0898DF}"/>
          </ac:spMkLst>
        </pc:spChg>
      </pc:sldChg>
      <pc:sldChg chg="addSp modSp add mod">
        <pc:chgData name="balappagari pranathi" userId="3f0165da84cdb633" providerId="LiveId" clId="{C469EDE5-63BF-4376-B1C8-E78970E2F892}" dt="2025-11-21T17:56:38.231" v="977" actId="14100"/>
        <pc:sldMkLst>
          <pc:docMk/>
          <pc:sldMk cId="2109473473" sldId="278"/>
        </pc:sldMkLst>
        <pc:spChg chg="add mod">
          <ac:chgData name="balappagari pranathi" userId="3f0165da84cdb633" providerId="LiveId" clId="{C469EDE5-63BF-4376-B1C8-E78970E2F892}" dt="2025-11-21T17:54:48.583" v="966" actId="122"/>
          <ac:spMkLst>
            <pc:docMk/>
            <pc:sldMk cId="2109473473" sldId="278"/>
            <ac:spMk id="9" creationId="{1238B9E7-C15D-47AD-B10F-58865E48D4E9}"/>
          </ac:spMkLst>
        </pc:spChg>
        <pc:spChg chg="add mod">
          <ac:chgData name="balappagari pranathi" userId="3f0165da84cdb633" providerId="LiveId" clId="{C469EDE5-63BF-4376-B1C8-E78970E2F892}" dt="2025-11-21T17:56:38.231" v="977" actId="14100"/>
          <ac:spMkLst>
            <pc:docMk/>
            <pc:sldMk cId="2109473473" sldId="278"/>
            <ac:spMk id="10" creationId="{04CA32D5-0087-441A-95CC-67BE76634791}"/>
          </ac:spMkLst>
        </pc:spChg>
      </pc:sldChg>
      <pc:sldChg chg="addSp modSp add mod">
        <pc:chgData name="balappagari pranathi" userId="3f0165da84cdb633" providerId="LiveId" clId="{C469EDE5-63BF-4376-B1C8-E78970E2F892}" dt="2025-11-21T18:02:19.143" v="1030" actId="1076"/>
        <pc:sldMkLst>
          <pc:docMk/>
          <pc:sldMk cId="3101203768" sldId="279"/>
        </pc:sldMkLst>
        <pc:spChg chg="add mod">
          <ac:chgData name="balappagari pranathi" userId="3f0165da84cdb633" providerId="LiveId" clId="{C469EDE5-63BF-4376-B1C8-E78970E2F892}" dt="2025-11-21T18:02:19.143" v="1030" actId="1076"/>
          <ac:spMkLst>
            <pc:docMk/>
            <pc:sldMk cId="3101203768" sldId="279"/>
            <ac:spMk id="2" creationId="{356F55A8-5FF3-4F2B-8F85-B7B2CC7BB52A}"/>
          </ac:spMkLst>
        </pc:spChg>
        <pc:spChg chg="add mod">
          <ac:chgData name="balappagari pranathi" userId="3f0165da84cdb633" providerId="LiveId" clId="{C469EDE5-63BF-4376-B1C8-E78970E2F892}" dt="2025-11-21T18:02:08.723" v="1029" actId="14100"/>
          <ac:spMkLst>
            <pc:docMk/>
            <pc:sldMk cId="3101203768" sldId="279"/>
            <ac:spMk id="10" creationId="{E54FEAE8-15C1-4878-8A53-D566103C3082}"/>
          </ac:spMkLst>
        </pc:spChg>
      </pc:sldChg>
      <pc:sldChg chg="addSp delSp modSp new mod">
        <pc:chgData name="balappagari pranathi" userId="3f0165da84cdb633" providerId="LiveId" clId="{C469EDE5-63BF-4376-B1C8-E78970E2F892}" dt="2025-11-21T17:46:34.382" v="887" actId="14100"/>
        <pc:sldMkLst>
          <pc:docMk/>
          <pc:sldMk cId="1099857143" sldId="280"/>
        </pc:sldMkLst>
        <pc:spChg chg="add mod">
          <ac:chgData name="balappagari pranathi" userId="3f0165da84cdb633" providerId="LiveId" clId="{C469EDE5-63BF-4376-B1C8-E78970E2F892}" dt="2025-11-21T17:43:47.542" v="860"/>
          <ac:spMkLst>
            <pc:docMk/>
            <pc:sldMk cId="1099857143" sldId="280"/>
            <ac:spMk id="2" creationId="{15328651-2618-4120-BBDA-5FD4863C9192}"/>
          </ac:spMkLst>
        </pc:spChg>
        <pc:spChg chg="add mod">
          <ac:chgData name="balappagari pranathi" userId="3f0165da84cdb633" providerId="LiveId" clId="{C469EDE5-63BF-4376-B1C8-E78970E2F892}" dt="2025-11-21T17:43:47.542" v="860"/>
          <ac:spMkLst>
            <pc:docMk/>
            <pc:sldMk cId="1099857143" sldId="280"/>
            <ac:spMk id="3" creationId="{BEAF86FC-629C-4D9F-B93C-F14174626AF7}"/>
          </ac:spMkLst>
        </pc:spChg>
        <pc:spChg chg="add mod">
          <ac:chgData name="balappagari pranathi" userId="3f0165da84cdb633" providerId="LiveId" clId="{C469EDE5-63BF-4376-B1C8-E78970E2F892}" dt="2025-11-21T17:43:47.542" v="860"/>
          <ac:spMkLst>
            <pc:docMk/>
            <pc:sldMk cId="1099857143" sldId="280"/>
            <ac:spMk id="4" creationId="{2F0F3FA5-285C-4EFB-B43E-1B93A18D33B7}"/>
          </ac:spMkLst>
        </pc:spChg>
        <pc:spChg chg="add mod">
          <ac:chgData name="balappagari pranathi" userId="3f0165da84cdb633" providerId="LiveId" clId="{C469EDE5-63BF-4376-B1C8-E78970E2F892}" dt="2025-11-21T17:43:47.542" v="860"/>
          <ac:spMkLst>
            <pc:docMk/>
            <pc:sldMk cId="1099857143" sldId="280"/>
            <ac:spMk id="6" creationId="{D5A4A392-52AC-41FC-A5AF-E873669BD398}"/>
          </ac:spMkLst>
        </pc:spChg>
        <pc:spChg chg="add mod">
          <ac:chgData name="balappagari pranathi" userId="3f0165da84cdb633" providerId="LiveId" clId="{C469EDE5-63BF-4376-B1C8-E78970E2F892}" dt="2025-11-21T17:46:34.382" v="887" actId="14100"/>
          <ac:spMkLst>
            <pc:docMk/>
            <pc:sldMk cId="1099857143" sldId="280"/>
            <ac:spMk id="7" creationId="{B1108526-560B-4262-931B-CFFCDD78A592}"/>
          </ac:spMkLst>
        </pc:spChg>
        <pc:picChg chg="add mod">
          <ac:chgData name="balappagari pranathi" userId="3f0165da84cdb633" providerId="LiveId" clId="{C469EDE5-63BF-4376-B1C8-E78970E2F892}" dt="2025-11-21T17:43:47.542" v="860"/>
          <ac:picMkLst>
            <pc:docMk/>
            <pc:sldMk cId="1099857143" sldId="280"/>
            <ac:picMk id="5" creationId="{591FE4B4-3C1A-43FA-B4A2-24F1428E7B49}"/>
          </ac:picMkLst>
        </pc:picChg>
      </pc:sldChg>
      <pc:sldChg chg="addSp modSp new mod">
        <pc:chgData name="balappagari pranathi" userId="3f0165da84cdb633" providerId="LiveId" clId="{C469EDE5-63BF-4376-B1C8-E78970E2F892}" dt="2025-11-21T17:46:41.985" v="888" actId="14100"/>
        <pc:sldMkLst>
          <pc:docMk/>
          <pc:sldMk cId="2128610875" sldId="281"/>
        </pc:sldMkLst>
        <pc:spChg chg="add mod">
          <ac:chgData name="balappagari pranathi" userId="3f0165da84cdb633" providerId="LiveId" clId="{C469EDE5-63BF-4376-B1C8-E78970E2F892}" dt="2025-11-21T17:44:48.750" v="867"/>
          <ac:spMkLst>
            <pc:docMk/>
            <pc:sldMk cId="2128610875" sldId="281"/>
            <ac:spMk id="2" creationId="{8B57DF79-8F29-45F3-A685-A769DC682935}"/>
          </ac:spMkLst>
        </pc:spChg>
        <pc:spChg chg="add mod">
          <ac:chgData name="balappagari pranathi" userId="3f0165da84cdb633" providerId="LiveId" clId="{C469EDE5-63BF-4376-B1C8-E78970E2F892}" dt="2025-11-21T17:44:48.750" v="867"/>
          <ac:spMkLst>
            <pc:docMk/>
            <pc:sldMk cId="2128610875" sldId="281"/>
            <ac:spMk id="3" creationId="{9758E13E-0C45-473E-9B77-C71D234924D6}"/>
          </ac:spMkLst>
        </pc:spChg>
        <pc:spChg chg="add mod">
          <ac:chgData name="balappagari pranathi" userId="3f0165da84cdb633" providerId="LiveId" clId="{C469EDE5-63BF-4376-B1C8-E78970E2F892}" dt="2025-11-21T17:44:48.750" v="867"/>
          <ac:spMkLst>
            <pc:docMk/>
            <pc:sldMk cId="2128610875" sldId="281"/>
            <ac:spMk id="4" creationId="{6B5FC59A-FF1C-4B48-980C-2E66B268CCDD}"/>
          </ac:spMkLst>
        </pc:spChg>
        <pc:spChg chg="add mod">
          <ac:chgData name="balappagari pranathi" userId="3f0165da84cdb633" providerId="LiveId" clId="{C469EDE5-63BF-4376-B1C8-E78970E2F892}" dt="2025-11-21T17:44:48.750" v="867"/>
          <ac:spMkLst>
            <pc:docMk/>
            <pc:sldMk cId="2128610875" sldId="281"/>
            <ac:spMk id="6" creationId="{A9F87106-2FBE-48D7-9402-8E9C27DF7A85}"/>
          </ac:spMkLst>
        </pc:spChg>
        <pc:spChg chg="add mod">
          <ac:chgData name="balappagari pranathi" userId="3f0165da84cdb633" providerId="LiveId" clId="{C469EDE5-63BF-4376-B1C8-E78970E2F892}" dt="2025-11-21T17:44:48.750" v="867"/>
          <ac:spMkLst>
            <pc:docMk/>
            <pc:sldMk cId="2128610875" sldId="281"/>
            <ac:spMk id="7" creationId="{D8470CB8-FEB5-4D3D-BD00-5A71AA606A6D}"/>
          </ac:spMkLst>
        </pc:spChg>
        <pc:spChg chg="add mod">
          <ac:chgData name="balappagari pranathi" userId="3f0165da84cdb633" providerId="LiveId" clId="{C469EDE5-63BF-4376-B1C8-E78970E2F892}" dt="2025-11-21T17:46:41.985" v="888" actId="14100"/>
          <ac:spMkLst>
            <pc:docMk/>
            <pc:sldMk cId="2128610875" sldId="281"/>
            <ac:spMk id="8" creationId="{F163C8CE-7D57-4976-968B-2DCE0140FF32}"/>
          </ac:spMkLst>
        </pc:spChg>
        <pc:picChg chg="add mod">
          <ac:chgData name="balappagari pranathi" userId="3f0165da84cdb633" providerId="LiveId" clId="{C469EDE5-63BF-4376-B1C8-E78970E2F892}" dt="2025-11-21T17:44:48.750" v="867"/>
          <ac:picMkLst>
            <pc:docMk/>
            <pc:sldMk cId="2128610875" sldId="281"/>
            <ac:picMk id="5" creationId="{D6BD9BA3-CE4A-4B73-A354-5BE1201A667F}"/>
          </ac:picMkLst>
        </pc:picChg>
      </pc:sldChg>
      <pc:sldChg chg="addSp delSp modSp new mod">
        <pc:chgData name="balappagari pranathi" userId="3f0165da84cdb633" providerId="LiveId" clId="{C469EDE5-63BF-4376-B1C8-E78970E2F892}" dt="2025-11-21T17:50:30.385" v="920" actId="123"/>
        <pc:sldMkLst>
          <pc:docMk/>
          <pc:sldMk cId="1251951530" sldId="282"/>
        </pc:sldMkLst>
        <pc:spChg chg="add mod">
          <ac:chgData name="balappagari pranathi" userId="3f0165da84cdb633" providerId="LiveId" clId="{C469EDE5-63BF-4376-B1C8-E78970E2F892}" dt="2025-11-21T17:47:34.716" v="892"/>
          <ac:spMkLst>
            <pc:docMk/>
            <pc:sldMk cId="1251951530" sldId="282"/>
            <ac:spMk id="2" creationId="{3D5D0D96-6116-4BF0-9AC9-144579C039F8}"/>
          </ac:spMkLst>
        </pc:spChg>
        <pc:spChg chg="add mod">
          <ac:chgData name="balappagari pranathi" userId="3f0165da84cdb633" providerId="LiveId" clId="{C469EDE5-63BF-4376-B1C8-E78970E2F892}" dt="2025-11-21T17:47:34.716" v="892"/>
          <ac:spMkLst>
            <pc:docMk/>
            <pc:sldMk cId="1251951530" sldId="282"/>
            <ac:spMk id="3" creationId="{C730BAA8-80A5-444B-AE89-236FE7EF68C3}"/>
          </ac:spMkLst>
        </pc:spChg>
        <pc:spChg chg="add mod">
          <ac:chgData name="balappagari pranathi" userId="3f0165da84cdb633" providerId="LiveId" clId="{C469EDE5-63BF-4376-B1C8-E78970E2F892}" dt="2025-11-21T17:47:34.716" v="892"/>
          <ac:spMkLst>
            <pc:docMk/>
            <pc:sldMk cId="1251951530" sldId="282"/>
            <ac:spMk id="4" creationId="{B8FB30A4-FEFE-473E-A903-74E86A09A13B}"/>
          </ac:spMkLst>
        </pc:spChg>
        <pc:spChg chg="add mod">
          <ac:chgData name="balappagari pranathi" userId="3f0165da84cdb633" providerId="LiveId" clId="{C469EDE5-63BF-4376-B1C8-E78970E2F892}" dt="2025-11-21T17:50:30.385" v="920" actId="123"/>
          <ac:spMkLst>
            <pc:docMk/>
            <pc:sldMk cId="1251951530" sldId="282"/>
            <ac:spMk id="6" creationId="{72AA6F24-8DB9-48FC-9BA0-56FCA513E5ED}"/>
          </ac:spMkLst>
        </pc:spChg>
        <pc:spChg chg="add mod">
          <ac:chgData name="balappagari pranathi" userId="3f0165da84cdb633" providerId="LiveId" clId="{C469EDE5-63BF-4376-B1C8-E78970E2F892}" dt="2025-11-21T17:47:34.716" v="892"/>
          <ac:spMkLst>
            <pc:docMk/>
            <pc:sldMk cId="1251951530" sldId="282"/>
            <ac:spMk id="7" creationId="{34332CBE-18EC-4A5C-B134-5618A3609F2A}"/>
          </ac:spMkLst>
        </pc:spChg>
        <pc:picChg chg="add mod">
          <ac:chgData name="balappagari pranathi" userId="3f0165da84cdb633" providerId="LiveId" clId="{C469EDE5-63BF-4376-B1C8-E78970E2F892}" dt="2025-11-21T17:50:16.431" v="919" actId="1076"/>
          <ac:picMkLst>
            <pc:docMk/>
            <pc:sldMk cId="1251951530" sldId="282"/>
            <ac:picMk id="5" creationId="{40C0FFED-9BE4-43AF-91E0-B62FCE9A471B}"/>
          </ac:picMkLst>
        </pc:picChg>
      </pc:sldChg>
      <pc:sldChg chg="addSp modSp add mod ord">
        <pc:chgData name="balappagari pranathi" userId="3f0165da84cdb633" providerId="LiveId" clId="{C469EDE5-63BF-4376-B1C8-E78970E2F892}" dt="2025-11-21T17:59:12.505" v="1002" actId="123"/>
        <pc:sldMkLst>
          <pc:docMk/>
          <pc:sldMk cId="421195801" sldId="283"/>
        </pc:sldMkLst>
        <pc:spChg chg="add mod">
          <ac:chgData name="balappagari pranathi" userId="3f0165da84cdb633" providerId="LiveId" clId="{C469EDE5-63BF-4376-B1C8-E78970E2F892}" dt="2025-11-21T17:59:12.505" v="1002" actId="123"/>
          <ac:spMkLst>
            <pc:docMk/>
            <pc:sldMk cId="421195801" sldId="283"/>
            <ac:spMk id="2" creationId="{784A1493-883C-4208-A600-C7F0C8D0C2B3}"/>
          </ac:spMkLst>
        </pc:spChg>
      </pc:sldChg>
      <pc:sldChg chg="addSp modSp add del mod">
        <pc:chgData name="balappagari pranathi" userId="3f0165da84cdb633" providerId="LiveId" clId="{C469EDE5-63BF-4376-B1C8-E78970E2F892}" dt="2025-11-21T18:12:03.989" v="1092" actId="14100"/>
        <pc:sldMkLst>
          <pc:docMk/>
          <pc:sldMk cId="3645871005" sldId="284"/>
        </pc:sldMkLst>
        <pc:spChg chg="add mod">
          <ac:chgData name="balappagari pranathi" userId="3f0165da84cdb633" providerId="LiveId" clId="{C469EDE5-63BF-4376-B1C8-E78970E2F892}" dt="2025-11-21T18:09:52.648" v="1075" actId="14100"/>
          <ac:spMkLst>
            <pc:docMk/>
            <pc:sldMk cId="3645871005" sldId="284"/>
            <ac:spMk id="9" creationId="{28B93B8D-26A0-4041-B70C-D7D9A947C517}"/>
          </ac:spMkLst>
        </pc:spChg>
        <pc:spChg chg="add mod">
          <ac:chgData name="balappagari pranathi" userId="3f0165da84cdb633" providerId="LiveId" clId="{C469EDE5-63BF-4376-B1C8-E78970E2F892}" dt="2025-11-21T18:12:03.989" v="1092" actId="14100"/>
          <ac:spMkLst>
            <pc:docMk/>
            <pc:sldMk cId="3645871005" sldId="284"/>
            <ac:spMk id="10" creationId="{F09BC811-8E6B-4430-8506-F6E9F5071A36}"/>
          </ac:spMkLst>
        </pc:spChg>
        <pc:picChg chg="mod">
          <ac:chgData name="balappagari pranathi" userId="3f0165da84cdb633" providerId="LiveId" clId="{C469EDE5-63BF-4376-B1C8-E78970E2F892}" dt="2025-11-21T18:11:42.408" v="1088" actId="1076"/>
          <ac:picMkLst>
            <pc:docMk/>
            <pc:sldMk cId="3645871005" sldId="284"/>
            <ac:picMk id="6" creationId="{FA43899D-08E8-44A2-ADB1-30FFF0F099A6}"/>
          </ac:picMkLst>
        </pc:picChg>
      </pc:sldChg>
      <pc:sldChg chg="addSp modSp new mod">
        <pc:chgData name="balappagari pranathi" userId="3f0165da84cdb633" providerId="LiveId" clId="{C469EDE5-63BF-4376-B1C8-E78970E2F892}" dt="2025-11-21T18:04:03.678" v="1040" actId="14100"/>
        <pc:sldMkLst>
          <pc:docMk/>
          <pc:sldMk cId="4288688080" sldId="285"/>
        </pc:sldMkLst>
        <pc:spChg chg="add mod">
          <ac:chgData name="balappagari pranathi" userId="3f0165da84cdb633" providerId="LiveId" clId="{C469EDE5-63BF-4376-B1C8-E78970E2F892}" dt="2025-11-21T18:03:23.725" v="1036"/>
          <ac:spMkLst>
            <pc:docMk/>
            <pc:sldMk cId="4288688080" sldId="285"/>
            <ac:spMk id="2" creationId="{047ADBA0-9E19-4E3D-A326-2EDFFE89BBBE}"/>
          </ac:spMkLst>
        </pc:spChg>
        <pc:spChg chg="add mod">
          <ac:chgData name="balappagari pranathi" userId="3f0165da84cdb633" providerId="LiveId" clId="{C469EDE5-63BF-4376-B1C8-E78970E2F892}" dt="2025-11-21T18:03:23.725" v="1036"/>
          <ac:spMkLst>
            <pc:docMk/>
            <pc:sldMk cId="4288688080" sldId="285"/>
            <ac:spMk id="3" creationId="{A270BB8D-CCB2-4A3C-AA73-AFF4811F3CEF}"/>
          </ac:spMkLst>
        </pc:spChg>
        <pc:spChg chg="add mod">
          <ac:chgData name="balappagari pranathi" userId="3f0165da84cdb633" providerId="LiveId" clId="{C469EDE5-63BF-4376-B1C8-E78970E2F892}" dt="2025-11-21T18:03:23.725" v="1036"/>
          <ac:spMkLst>
            <pc:docMk/>
            <pc:sldMk cId="4288688080" sldId="285"/>
            <ac:spMk id="4" creationId="{4A47A44E-57BD-4A81-9B4D-8C22F12939A0}"/>
          </ac:spMkLst>
        </pc:spChg>
        <pc:spChg chg="add mod">
          <ac:chgData name="balappagari pranathi" userId="3f0165da84cdb633" providerId="LiveId" clId="{C469EDE5-63BF-4376-B1C8-E78970E2F892}" dt="2025-11-21T18:03:23.725" v="1036"/>
          <ac:spMkLst>
            <pc:docMk/>
            <pc:sldMk cId="4288688080" sldId="285"/>
            <ac:spMk id="5" creationId="{B30BA85B-E9B9-401F-902F-75477B4524B2}"/>
          </ac:spMkLst>
        </pc:spChg>
        <pc:spChg chg="add mod">
          <ac:chgData name="balappagari pranathi" userId="3f0165da84cdb633" providerId="LiveId" clId="{C469EDE5-63BF-4376-B1C8-E78970E2F892}" dt="2025-11-21T18:04:03.678" v="1040" actId="14100"/>
          <ac:spMkLst>
            <pc:docMk/>
            <pc:sldMk cId="4288688080" sldId="285"/>
            <ac:spMk id="7" creationId="{FF63A014-7B24-4CC6-BF4D-BEC72A55ABC8}"/>
          </ac:spMkLst>
        </pc:spChg>
        <pc:spChg chg="add mod">
          <ac:chgData name="balappagari pranathi" userId="3f0165da84cdb633" providerId="LiveId" clId="{C469EDE5-63BF-4376-B1C8-E78970E2F892}" dt="2025-11-21T18:03:23.725" v="1036"/>
          <ac:spMkLst>
            <pc:docMk/>
            <pc:sldMk cId="4288688080" sldId="285"/>
            <ac:spMk id="8" creationId="{4A87ADCB-A339-4AD7-BC09-A1FF0E355F97}"/>
          </ac:spMkLst>
        </pc:spChg>
        <pc:graphicFrameChg chg="add mod">
          <ac:chgData name="balappagari pranathi" userId="3f0165da84cdb633" providerId="LiveId" clId="{C469EDE5-63BF-4376-B1C8-E78970E2F892}" dt="2025-11-21T18:03:23.725" v="1036"/>
          <ac:graphicFrameMkLst>
            <pc:docMk/>
            <pc:sldMk cId="4288688080" sldId="285"/>
            <ac:graphicFrameMk id="9" creationId="{0F956741-8F68-4FD1-A5A2-FBBF75EDEE89}"/>
          </ac:graphicFrameMkLst>
        </pc:graphicFrameChg>
        <pc:picChg chg="add mod">
          <ac:chgData name="balappagari pranathi" userId="3f0165da84cdb633" providerId="LiveId" clId="{C469EDE5-63BF-4376-B1C8-E78970E2F892}" dt="2025-11-21T18:03:23.725" v="1036"/>
          <ac:picMkLst>
            <pc:docMk/>
            <pc:sldMk cId="4288688080" sldId="285"/>
            <ac:picMk id="6" creationId="{B8294BA1-B3AC-42B7-B1DC-9BF55197D5DF}"/>
          </ac:picMkLst>
        </pc:picChg>
      </pc:sldChg>
      <pc:sldChg chg="addSp modSp new mod">
        <pc:chgData name="balappagari pranathi" userId="3f0165da84cdb633" providerId="LiveId" clId="{C469EDE5-63BF-4376-B1C8-E78970E2F892}" dt="2025-11-21T18:03:56.139" v="1038" actId="14100"/>
        <pc:sldMkLst>
          <pc:docMk/>
          <pc:sldMk cId="242575980" sldId="286"/>
        </pc:sldMkLst>
        <pc:spChg chg="add mod">
          <ac:chgData name="balappagari pranathi" userId="3f0165da84cdb633" providerId="LiveId" clId="{C469EDE5-63BF-4376-B1C8-E78970E2F892}" dt="2025-11-21T18:03:49.537" v="1037"/>
          <ac:spMkLst>
            <pc:docMk/>
            <pc:sldMk cId="242575980" sldId="286"/>
            <ac:spMk id="2" creationId="{D57CD388-6170-489D-A537-6B2BD2A3B4FB}"/>
          </ac:spMkLst>
        </pc:spChg>
        <pc:spChg chg="add mod">
          <ac:chgData name="balappagari pranathi" userId="3f0165da84cdb633" providerId="LiveId" clId="{C469EDE5-63BF-4376-B1C8-E78970E2F892}" dt="2025-11-21T18:03:49.537" v="1037"/>
          <ac:spMkLst>
            <pc:docMk/>
            <pc:sldMk cId="242575980" sldId="286"/>
            <ac:spMk id="3" creationId="{A79511A7-6DDA-4784-AFEF-5B7AB144BE17}"/>
          </ac:spMkLst>
        </pc:spChg>
        <pc:spChg chg="add mod">
          <ac:chgData name="balappagari pranathi" userId="3f0165da84cdb633" providerId="LiveId" clId="{C469EDE5-63BF-4376-B1C8-E78970E2F892}" dt="2025-11-21T18:03:49.537" v="1037"/>
          <ac:spMkLst>
            <pc:docMk/>
            <pc:sldMk cId="242575980" sldId="286"/>
            <ac:spMk id="4" creationId="{F054F16B-A57C-444D-B5BB-95E75533D299}"/>
          </ac:spMkLst>
        </pc:spChg>
        <pc:spChg chg="add mod">
          <ac:chgData name="balappagari pranathi" userId="3f0165da84cdb633" providerId="LiveId" clId="{C469EDE5-63BF-4376-B1C8-E78970E2F892}" dt="2025-11-21T18:03:56.139" v="1038" actId="14100"/>
          <ac:spMkLst>
            <pc:docMk/>
            <pc:sldMk cId="242575980" sldId="286"/>
            <ac:spMk id="6" creationId="{0D58B7C1-904B-4331-95DC-8084908DE8B8}"/>
          </ac:spMkLst>
        </pc:spChg>
        <pc:graphicFrameChg chg="add mod">
          <ac:chgData name="balappagari pranathi" userId="3f0165da84cdb633" providerId="LiveId" clId="{C469EDE5-63BF-4376-B1C8-E78970E2F892}" dt="2025-11-21T18:03:49.537" v="1037"/>
          <ac:graphicFrameMkLst>
            <pc:docMk/>
            <pc:sldMk cId="242575980" sldId="286"/>
            <ac:graphicFrameMk id="7" creationId="{1769682A-338A-4EA3-BD6C-E6A776A883DC}"/>
          </ac:graphicFrameMkLst>
        </pc:graphicFrameChg>
        <pc:picChg chg="add mod">
          <ac:chgData name="balappagari pranathi" userId="3f0165da84cdb633" providerId="LiveId" clId="{C469EDE5-63BF-4376-B1C8-E78970E2F892}" dt="2025-11-21T18:03:49.537" v="1037"/>
          <ac:picMkLst>
            <pc:docMk/>
            <pc:sldMk cId="242575980" sldId="286"/>
            <ac:picMk id="5" creationId="{8654A075-D38C-4708-9384-7EADBEA8084E}"/>
          </ac:picMkLst>
        </pc:picChg>
      </pc:sldChg>
      <pc:sldChg chg="addSp modSp new">
        <pc:chgData name="balappagari pranathi" userId="3f0165da84cdb633" providerId="LiveId" clId="{C469EDE5-63BF-4376-B1C8-E78970E2F892}" dt="2025-11-21T18:04:37.089" v="1041"/>
        <pc:sldMkLst>
          <pc:docMk/>
          <pc:sldMk cId="1745755345" sldId="287"/>
        </pc:sldMkLst>
        <pc:spChg chg="add mod">
          <ac:chgData name="balappagari pranathi" userId="3f0165da84cdb633" providerId="LiveId" clId="{C469EDE5-63BF-4376-B1C8-E78970E2F892}" dt="2025-11-21T18:04:37.089" v="1041"/>
          <ac:spMkLst>
            <pc:docMk/>
            <pc:sldMk cId="1745755345" sldId="287"/>
            <ac:spMk id="2" creationId="{0CF527BE-3BB2-4CA1-9618-79BE86DD4360}"/>
          </ac:spMkLst>
        </pc:spChg>
        <pc:spChg chg="add mod">
          <ac:chgData name="balappagari pranathi" userId="3f0165da84cdb633" providerId="LiveId" clId="{C469EDE5-63BF-4376-B1C8-E78970E2F892}" dt="2025-11-21T18:04:37.089" v="1041"/>
          <ac:spMkLst>
            <pc:docMk/>
            <pc:sldMk cId="1745755345" sldId="287"/>
            <ac:spMk id="3" creationId="{F26453B4-C0CE-4079-8F88-57882DB1FEBB}"/>
          </ac:spMkLst>
        </pc:spChg>
        <pc:spChg chg="add mod">
          <ac:chgData name="balappagari pranathi" userId="3f0165da84cdb633" providerId="LiveId" clId="{C469EDE5-63BF-4376-B1C8-E78970E2F892}" dt="2025-11-21T18:04:37.089" v="1041"/>
          <ac:spMkLst>
            <pc:docMk/>
            <pc:sldMk cId="1745755345" sldId="287"/>
            <ac:spMk id="4" creationId="{B3E21C1E-22A1-4C80-A0BF-E41A441AD6D0}"/>
          </ac:spMkLst>
        </pc:spChg>
        <pc:spChg chg="add mod">
          <ac:chgData name="balappagari pranathi" userId="3f0165da84cdb633" providerId="LiveId" clId="{C469EDE5-63BF-4376-B1C8-E78970E2F892}" dt="2025-11-21T18:04:37.089" v="1041"/>
          <ac:spMkLst>
            <pc:docMk/>
            <pc:sldMk cId="1745755345" sldId="287"/>
            <ac:spMk id="6" creationId="{6F0FEFD3-4401-412F-BB3C-4EE562E05F04}"/>
          </ac:spMkLst>
        </pc:spChg>
        <pc:spChg chg="add mod">
          <ac:chgData name="balappagari pranathi" userId="3f0165da84cdb633" providerId="LiveId" clId="{C469EDE5-63BF-4376-B1C8-E78970E2F892}" dt="2025-11-21T18:04:37.089" v="1041"/>
          <ac:spMkLst>
            <pc:docMk/>
            <pc:sldMk cId="1745755345" sldId="287"/>
            <ac:spMk id="7" creationId="{A65D4B5A-529C-4CF6-B023-296BDFEBB9CC}"/>
          </ac:spMkLst>
        </pc:spChg>
        <pc:graphicFrameChg chg="add mod">
          <ac:chgData name="balappagari pranathi" userId="3f0165da84cdb633" providerId="LiveId" clId="{C469EDE5-63BF-4376-B1C8-E78970E2F892}" dt="2025-11-21T18:04:37.089" v="1041"/>
          <ac:graphicFrameMkLst>
            <pc:docMk/>
            <pc:sldMk cId="1745755345" sldId="287"/>
            <ac:graphicFrameMk id="8" creationId="{94B79CD9-E27E-41E0-93FB-3B78B14037C3}"/>
          </ac:graphicFrameMkLst>
        </pc:graphicFrameChg>
        <pc:picChg chg="add mod">
          <ac:chgData name="balappagari pranathi" userId="3f0165da84cdb633" providerId="LiveId" clId="{C469EDE5-63BF-4376-B1C8-E78970E2F892}" dt="2025-11-21T18:04:37.089" v="1041"/>
          <ac:picMkLst>
            <pc:docMk/>
            <pc:sldMk cId="1745755345" sldId="287"/>
            <ac:picMk id="5" creationId="{38B757B9-0255-46A3-8524-011D0411DD75}"/>
          </ac:picMkLst>
        </pc:picChg>
      </pc:sldChg>
      <pc:sldChg chg="addSp modSp new">
        <pc:chgData name="balappagari pranathi" userId="3f0165da84cdb633" providerId="LiveId" clId="{C469EDE5-63BF-4376-B1C8-E78970E2F892}" dt="2025-11-21T18:04:54.381" v="1042"/>
        <pc:sldMkLst>
          <pc:docMk/>
          <pc:sldMk cId="2907999291" sldId="288"/>
        </pc:sldMkLst>
        <pc:spChg chg="add mod">
          <ac:chgData name="balappagari pranathi" userId="3f0165da84cdb633" providerId="LiveId" clId="{C469EDE5-63BF-4376-B1C8-E78970E2F892}" dt="2025-11-21T18:04:54.381" v="1042"/>
          <ac:spMkLst>
            <pc:docMk/>
            <pc:sldMk cId="2907999291" sldId="288"/>
            <ac:spMk id="2" creationId="{90C4E6A4-F68B-4DDD-990D-60CFF2F7D13E}"/>
          </ac:spMkLst>
        </pc:spChg>
        <pc:spChg chg="add mod">
          <ac:chgData name="balappagari pranathi" userId="3f0165da84cdb633" providerId="LiveId" clId="{C469EDE5-63BF-4376-B1C8-E78970E2F892}" dt="2025-11-21T18:04:54.381" v="1042"/>
          <ac:spMkLst>
            <pc:docMk/>
            <pc:sldMk cId="2907999291" sldId="288"/>
            <ac:spMk id="3" creationId="{A6595D1B-D07A-46E0-9263-80EAE4CBDF05}"/>
          </ac:spMkLst>
        </pc:spChg>
        <pc:spChg chg="add mod">
          <ac:chgData name="balappagari pranathi" userId="3f0165da84cdb633" providerId="LiveId" clId="{C469EDE5-63BF-4376-B1C8-E78970E2F892}" dt="2025-11-21T18:04:54.381" v="1042"/>
          <ac:spMkLst>
            <pc:docMk/>
            <pc:sldMk cId="2907999291" sldId="288"/>
            <ac:spMk id="4" creationId="{CE710F18-C814-48A9-9296-7D19FC001A4F}"/>
          </ac:spMkLst>
        </pc:spChg>
        <pc:spChg chg="add mod">
          <ac:chgData name="balappagari pranathi" userId="3f0165da84cdb633" providerId="LiveId" clId="{C469EDE5-63BF-4376-B1C8-E78970E2F892}" dt="2025-11-21T18:04:54.381" v="1042"/>
          <ac:spMkLst>
            <pc:docMk/>
            <pc:sldMk cId="2907999291" sldId="288"/>
            <ac:spMk id="6" creationId="{167AAE80-C4E8-456E-8BE2-090BAD5C33BD}"/>
          </ac:spMkLst>
        </pc:spChg>
        <pc:spChg chg="add mod">
          <ac:chgData name="balappagari pranathi" userId="3f0165da84cdb633" providerId="LiveId" clId="{C469EDE5-63BF-4376-B1C8-E78970E2F892}" dt="2025-11-21T18:04:54.381" v="1042"/>
          <ac:spMkLst>
            <pc:docMk/>
            <pc:sldMk cId="2907999291" sldId="288"/>
            <ac:spMk id="7" creationId="{0311F3C5-49D4-46F3-845D-79A8764B052E}"/>
          </ac:spMkLst>
        </pc:spChg>
        <pc:graphicFrameChg chg="add mod">
          <ac:chgData name="balappagari pranathi" userId="3f0165da84cdb633" providerId="LiveId" clId="{C469EDE5-63BF-4376-B1C8-E78970E2F892}" dt="2025-11-21T18:04:54.381" v="1042"/>
          <ac:graphicFrameMkLst>
            <pc:docMk/>
            <pc:sldMk cId="2907999291" sldId="288"/>
            <ac:graphicFrameMk id="8" creationId="{CDBDB140-72F1-483D-8395-D7F6969D3CAA}"/>
          </ac:graphicFrameMkLst>
        </pc:graphicFrameChg>
        <pc:picChg chg="add mod">
          <ac:chgData name="balappagari pranathi" userId="3f0165da84cdb633" providerId="LiveId" clId="{C469EDE5-63BF-4376-B1C8-E78970E2F892}" dt="2025-11-21T18:04:54.381" v="1042"/>
          <ac:picMkLst>
            <pc:docMk/>
            <pc:sldMk cId="2907999291" sldId="288"/>
            <ac:picMk id="5" creationId="{0D2C658E-1AB7-4021-B96C-BADF2E50B3FA}"/>
          </ac:picMkLst>
        </pc:picChg>
      </pc:sldChg>
      <pc:sldChg chg="addSp modSp new mod">
        <pc:chgData name="balappagari pranathi" userId="3f0165da84cdb633" providerId="LiveId" clId="{C469EDE5-63BF-4376-B1C8-E78970E2F892}" dt="2025-11-21T18:15:59.081" v="1127" actId="1076"/>
        <pc:sldMkLst>
          <pc:docMk/>
          <pc:sldMk cId="146221333" sldId="289"/>
        </pc:sldMkLst>
        <pc:spChg chg="add mod">
          <ac:chgData name="balappagari pranathi" userId="3f0165da84cdb633" providerId="LiveId" clId="{C469EDE5-63BF-4376-B1C8-E78970E2F892}" dt="2025-11-21T18:05:29.093" v="1043"/>
          <ac:spMkLst>
            <pc:docMk/>
            <pc:sldMk cId="146221333" sldId="289"/>
            <ac:spMk id="2" creationId="{0411C114-E6D8-4FD2-BBDC-6EDBEC01E691}"/>
          </ac:spMkLst>
        </pc:spChg>
        <pc:spChg chg="add mod">
          <ac:chgData name="balappagari pranathi" userId="3f0165da84cdb633" providerId="LiveId" clId="{C469EDE5-63BF-4376-B1C8-E78970E2F892}" dt="2025-11-21T18:05:29.093" v="1043"/>
          <ac:spMkLst>
            <pc:docMk/>
            <pc:sldMk cId="146221333" sldId="289"/>
            <ac:spMk id="3" creationId="{B1B7ABD4-9B09-405B-AA63-9473DE2A7526}"/>
          </ac:spMkLst>
        </pc:spChg>
        <pc:spChg chg="add mod">
          <ac:chgData name="balappagari pranathi" userId="3f0165da84cdb633" providerId="LiveId" clId="{C469EDE5-63BF-4376-B1C8-E78970E2F892}" dt="2025-11-21T18:05:29.093" v="1043"/>
          <ac:spMkLst>
            <pc:docMk/>
            <pc:sldMk cId="146221333" sldId="289"/>
            <ac:spMk id="4" creationId="{FB75FD1E-3E93-4095-A7A4-50F564D02F8C}"/>
          </ac:spMkLst>
        </pc:spChg>
        <pc:spChg chg="add mod">
          <ac:chgData name="balappagari pranathi" userId="3f0165da84cdb633" providerId="LiveId" clId="{C469EDE5-63BF-4376-B1C8-E78970E2F892}" dt="2025-11-21T18:15:44.492" v="1122" actId="255"/>
          <ac:spMkLst>
            <pc:docMk/>
            <pc:sldMk cId="146221333" sldId="289"/>
            <ac:spMk id="5" creationId="{5356AB22-1C3A-4E64-A8F5-19238286BACB}"/>
          </ac:spMkLst>
        </pc:spChg>
        <pc:spChg chg="add mod">
          <ac:chgData name="balappagari pranathi" userId="3f0165da84cdb633" providerId="LiveId" clId="{C469EDE5-63BF-4376-B1C8-E78970E2F892}" dt="2025-11-21T18:05:29.093" v="1043"/>
          <ac:spMkLst>
            <pc:docMk/>
            <pc:sldMk cId="146221333" sldId="289"/>
            <ac:spMk id="7" creationId="{9D78DB1C-729E-4C39-88C8-54457024D9F4}"/>
          </ac:spMkLst>
        </pc:spChg>
        <pc:picChg chg="add mod">
          <ac:chgData name="balappagari pranathi" userId="3f0165da84cdb633" providerId="LiveId" clId="{C469EDE5-63BF-4376-B1C8-E78970E2F892}" dt="2025-11-21T18:05:29.093" v="1043"/>
          <ac:picMkLst>
            <pc:docMk/>
            <pc:sldMk cId="146221333" sldId="289"/>
            <ac:picMk id="6" creationId="{97A9F554-AB11-4391-81BB-2C7B468F44AF}"/>
          </ac:picMkLst>
        </pc:picChg>
      </pc:sldChg>
      <pc:sldChg chg="addSp modSp new mod">
        <pc:chgData name="balappagari pranathi" userId="3f0165da84cdb633" providerId="LiveId" clId="{C469EDE5-63BF-4376-B1C8-E78970E2F892}" dt="2025-11-21T18:07:53.374" v="1065" actId="113"/>
        <pc:sldMkLst>
          <pc:docMk/>
          <pc:sldMk cId="2245085404" sldId="290"/>
        </pc:sldMkLst>
        <pc:spChg chg="add mod">
          <ac:chgData name="balappagari pranathi" userId="3f0165da84cdb633" providerId="LiveId" clId="{C469EDE5-63BF-4376-B1C8-E78970E2F892}" dt="2025-11-21T18:06:34.603" v="1053"/>
          <ac:spMkLst>
            <pc:docMk/>
            <pc:sldMk cId="2245085404" sldId="290"/>
            <ac:spMk id="2" creationId="{1015E614-7143-4865-9E73-EA9EDA1620D8}"/>
          </ac:spMkLst>
        </pc:spChg>
        <pc:spChg chg="add mod">
          <ac:chgData name="balappagari pranathi" userId="3f0165da84cdb633" providerId="LiveId" clId="{C469EDE5-63BF-4376-B1C8-E78970E2F892}" dt="2025-11-21T18:06:34.603" v="1053"/>
          <ac:spMkLst>
            <pc:docMk/>
            <pc:sldMk cId="2245085404" sldId="290"/>
            <ac:spMk id="3" creationId="{ECAE717B-103E-4EC2-9EE8-47B4089FFF56}"/>
          </ac:spMkLst>
        </pc:spChg>
        <pc:spChg chg="add mod">
          <ac:chgData name="balappagari pranathi" userId="3f0165da84cdb633" providerId="LiveId" clId="{C469EDE5-63BF-4376-B1C8-E78970E2F892}" dt="2025-11-21T18:06:34.603" v="1053"/>
          <ac:spMkLst>
            <pc:docMk/>
            <pc:sldMk cId="2245085404" sldId="290"/>
            <ac:spMk id="4" creationId="{F870507C-D4D8-4A94-9EAE-F0D3A22BA424}"/>
          </ac:spMkLst>
        </pc:spChg>
        <pc:spChg chg="add mod">
          <ac:chgData name="balappagari pranathi" userId="3f0165da84cdb633" providerId="LiveId" clId="{C469EDE5-63BF-4376-B1C8-E78970E2F892}" dt="2025-11-21T18:06:41.716" v="1054" actId="255"/>
          <ac:spMkLst>
            <pc:docMk/>
            <pc:sldMk cId="2245085404" sldId="290"/>
            <ac:spMk id="5" creationId="{87D5754A-A0D1-4630-8153-32E1E37EF360}"/>
          </ac:spMkLst>
        </pc:spChg>
        <pc:spChg chg="add mod">
          <ac:chgData name="balappagari pranathi" userId="3f0165da84cdb633" providerId="LiveId" clId="{C469EDE5-63BF-4376-B1C8-E78970E2F892}" dt="2025-11-21T18:06:34.603" v="1053"/>
          <ac:spMkLst>
            <pc:docMk/>
            <pc:sldMk cId="2245085404" sldId="290"/>
            <ac:spMk id="7" creationId="{46804EC8-4BF9-4775-BA92-66AAF47D6B36}"/>
          </ac:spMkLst>
        </pc:spChg>
        <pc:spChg chg="add mod">
          <ac:chgData name="balappagari pranathi" userId="3f0165da84cdb633" providerId="LiveId" clId="{C469EDE5-63BF-4376-B1C8-E78970E2F892}" dt="2025-11-21T18:07:53.374" v="1065" actId="113"/>
          <ac:spMkLst>
            <pc:docMk/>
            <pc:sldMk cId="2245085404" sldId="290"/>
            <ac:spMk id="8" creationId="{FC741601-BCD0-41B0-863D-AD903E2B4590}"/>
          </ac:spMkLst>
        </pc:spChg>
        <pc:picChg chg="add mod">
          <ac:chgData name="balappagari pranathi" userId="3f0165da84cdb633" providerId="LiveId" clId="{C469EDE5-63BF-4376-B1C8-E78970E2F892}" dt="2025-11-21T18:06:34.603" v="1053"/>
          <ac:picMkLst>
            <pc:docMk/>
            <pc:sldMk cId="2245085404" sldId="290"/>
            <ac:picMk id="6" creationId="{DA350372-BF72-42A5-80E5-8C90A5CBE407}"/>
          </ac:picMkLst>
        </pc:picChg>
      </pc:sldChg>
      <pc:sldChg chg="addSp modSp new mod">
        <pc:chgData name="balappagari pranathi" userId="3f0165da84cdb633" providerId="LiveId" clId="{C469EDE5-63BF-4376-B1C8-E78970E2F892}" dt="2025-11-21T18:16:16.008" v="1128" actId="14100"/>
        <pc:sldMkLst>
          <pc:docMk/>
          <pc:sldMk cId="4254058421" sldId="291"/>
        </pc:sldMkLst>
        <pc:spChg chg="add mod">
          <ac:chgData name="balappagari pranathi" userId="3f0165da84cdb633" providerId="LiveId" clId="{C469EDE5-63BF-4376-B1C8-E78970E2F892}" dt="2025-11-21T18:07:24.687" v="1059"/>
          <ac:spMkLst>
            <pc:docMk/>
            <pc:sldMk cId="4254058421" sldId="291"/>
            <ac:spMk id="2" creationId="{9C21CBD3-3FD4-4F6C-8536-1CFA5E80A30C}"/>
          </ac:spMkLst>
        </pc:spChg>
        <pc:spChg chg="add mod">
          <ac:chgData name="balappagari pranathi" userId="3f0165da84cdb633" providerId="LiveId" clId="{C469EDE5-63BF-4376-B1C8-E78970E2F892}" dt="2025-11-21T18:07:24.687" v="1059"/>
          <ac:spMkLst>
            <pc:docMk/>
            <pc:sldMk cId="4254058421" sldId="291"/>
            <ac:spMk id="3" creationId="{C2F9F60A-D1FF-4830-A7D0-FA9144900DB5}"/>
          </ac:spMkLst>
        </pc:spChg>
        <pc:spChg chg="add mod">
          <ac:chgData name="balappagari pranathi" userId="3f0165da84cdb633" providerId="LiveId" clId="{C469EDE5-63BF-4376-B1C8-E78970E2F892}" dt="2025-11-21T18:07:24.687" v="1059"/>
          <ac:spMkLst>
            <pc:docMk/>
            <pc:sldMk cId="4254058421" sldId="291"/>
            <ac:spMk id="4" creationId="{5C160125-9D80-44EA-8837-25D5AE855225}"/>
          </ac:spMkLst>
        </pc:spChg>
        <pc:spChg chg="add mod">
          <ac:chgData name="balappagari pranathi" userId="3f0165da84cdb633" providerId="LiveId" clId="{C469EDE5-63BF-4376-B1C8-E78970E2F892}" dt="2025-11-21T18:07:24.687" v="1059"/>
          <ac:spMkLst>
            <pc:docMk/>
            <pc:sldMk cId="4254058421" sldId="291"/>
            <ac:spMk id="6" creationId="{EDCB07F0-86C8-4D04-9690-E0798A383418}"/>
          </ac:spMkLst>
        </pc:spChg>
        <pc:spChg chg="add mod">
          <ac:chgData name="balappagari pranathi" userId="3f0165da84cdb633" providerId="LiveId" clId="{C469EDE5-63BF-4376-B1C8-E78970E2F892}" dt="2025-11-21T18:16:16.008" v="1128" actId="14100"/>
          <ac:spMkLst>
            <pc:docMk/>
            <pc:sldMk cId="4254058421" sldId="291"/>
            <ac:spMk id="7" creationId="{B239BF36-F184-4D2D-BFFC-CBB76C30BFF3}"/>
          </ac:spMkLst>
        </pc:spChg>
        <pc:spChg chg="add mod">
          <ac:chgData name="balappagari pranathi" userId="3f0165da84cdb633" providerId="LiveId" clId="{C469EDE5-63BF-4376-B1C8-E78970E2F892}" dt="2025-11-21T18:08:34.052" v="1070" actId="14100"/>
          <ac:spMkLst>
            <pc:docMk/>
            <pc:sldMk cId="4254058421" sldId="291"/>
            <ac:spMk id="8" creationId="{2C1CC708-9F61-446C-BE84-E0371FE56346}"/>
          </ac:spMkLst>
        </pc:spChg>
        <pc:picChg chg="add mod">
          <ac:chgData name="balappagari pranathi" userId="3f0165da84cdb633" providerId="LiveId" clId="{C469EDE5-63BF-4376-B1C8-E78970E2F892}" dt="2025-11-21T18:07:24.687" v="1059"/>
          <ac:picMkLst>
            <pc:docMk/>
            <pc:sldMk cId="4254058421" sldId="291"/>
            <ac:picMk id="5" creationId="{127AE58A-0FB3-4860-9337-65DAB4573B8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31CB277-DEAA-4634-A9E5-2AFC185E8FE9}"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614E6E-A64C-414A-98D5-8D35AE2111BD}"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6815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1CB277-DEAA-4634-A9E5-2AFC185E8FE9}"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614E6E-A64C-414A-98D5-8D35AE2111BD}" type="slidenum">
              <a:rPr lang="en-IN" smtClean="0"/>
              <a:t>‹#›</a:t>
            </a:fld>
            <a:endParaRPr lang="en-IN"/>
          </a:p>
        </p:txBody>
      </p:sp>
    </p:spTree>
    <p:extLst>
      <p:ext uri="{BB962C8B-B14F-4D97-AF65-F5344CB8AC3E}">
        <p14:creationId xmlns:p14="http://schemas.microsoft.com/office/powerpoint/2010/main" val="198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1CB277-DEAA-4634-A9E5-2AFC185E8FE9}"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614E6E-A64C-414A-98D5-8D35AE2111BD}"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4362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1CB277-DEAA-4634-A9E5-2AFC185E8FE9}" type="datetimeFigureOut">
              <a:rPr lang="en-IN" smtClean="0"/>
              <a:t>11-12-2025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6614E6E-A64C-414A-98D5-8D35AE2111BD}" type="slidenum">
              <a:rPr lang="en-IN" smtClean="0"/>
              <a:t>‹#›</a:t>
            </a:fld>
            <a:endParaRPr lang="en-IN"/>
          </a:p>
        </p:txBody>
      </p:sp>
    </p:spTree>
    <p:extLst>
      <p:ext uri="{BB962C8B-B14F-4D97-AF65-F5344CB8AC3E}">
        <p14:creationId xmlns:p14="http://schemas.microsoft.com/office/powerpoint/2010/main" val="3849570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31CB277-DEAA-4634-A9E5-2AFC185E8FE9}" type="datetimeFigureOut">
              <a:rPr lang="en-IN" smtClean="0"/>
              <a:t>11-12-2025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6614E6E-A64C-414A-98D5-8D35AE2111BD}" type="slidenum">
              <a:rPr lang="en-IN" smtClean="0"/>
              <a:t>‹#›</a:t>
            </a:fld>
            <a:endParaRPr lang="en-IN"/>
          </a:p>
        </p:txBody>
      </p:sp>
    </p:spTree>
    <p:extLst>
      <p:ext uri="{BB962C8B-B14F-4D97-AF65-F5344CB8AC3E}">
        <p14:creationId xmlns:p14="http://schemas.microsoft.com/office/powerpoint/2010/main" val="684176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1CB277-DEAA-4634-A9E5-2AFC185E8FE9}" type="datetimeFigureOut">
              <a:rPr lang="en-IN" smtClean="0"/>
              <a:t>11-12-2025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6614E6E-A64C-414A-98D5-8D35AE2111BD}" type="slidenum">
              <a:rPr lang="en-IN" smtClean="0"/>
              <a:t>‹#›</a:t>
            </a:fld>
            <a:endParaRPr lang="en-IN"/>
          </a:p>
        </p:txBody>
      </p:sp>
    </p:spTree>
    <p:extLst>
      <p:ext uri="{BB962C8B-B14F-4D97-AF65-F5344CB8AC3E}">
        <p14:creationId xmlns:p14="http://schemas.microsoft.com/office/powerpoint/2010/main" val="2274183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31CB277-DEAA-4634-A9E5-2AFC185E8FE9}" type="datetimeFigureOut">
              <a:rPr lang="en-IN" smtClean="0"/>
              <a:t>11-12-2025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26614E6E-A64C-414A-98D5-8D35AE2111BD}" type="slidenum">
              <a:rPr lang="en-IN" smtClean="0"/>
              <a:t>‹#›</a:t>
            </a:fld>
            <a:endParaRPr lang="en-IN"/>
          </a:p>
        </p:txBody>
      </p:sp>
    </p:spTree>
    <p:extLst>
      <p:ext uri="{BB962C8B-B14F-4D97-AF65-F5344CB8AC3E}">
        <p14:creationId xmlns:p14="http://schemas.microsoft.com/office/powerpoint/2010/main" val="2958441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31CB277-DEAA-4634-A9E5-2AFC185E8FE9}" type="datetimeFigureOut">
              <a:rPr lang="en-IN" smtClean="0"/>
              <a:t>11-12-2025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6614E6E-A64C-414A-98D5-8D35AE2111BD}" type="slidenum">
              <a:rPr lang="en-IN" smtClean="0"/>
              <a:t>‹#›</a:t>
            </a:fld>
            <a:endParaRPr lang="en-IN"/>
          </a:p>
        </p:txBody>
      </p:sp>
    </p:spTree>
    <p:extLst>
      <p:ext uri="{BB962C8B-B14F-4D97-AF65-F5344CB8AC3E}">
        <p14:creationId xmlns:p14="http://schemas.microsoft.com/office/powerpoint/2010/main" val="4273371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1CB277-DEAA-4634-A9E5-2AFC185E8FE9}" type="datetimeFigureOut">
              <a:rPr lang="en-IN" smtClean="0"/>
              <a:t>11-12-2025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6614E6E-A64C-414A-98D5-8D35AE2111BD}" type="slidenum">
              <a:rPr lang="en-IN" smtClean="0"/>
              <a:t>‹#›</a:t>
            </a:fld>
            <a:endParaRPr lang="en-IN"/>
          </a:p>
        </p:txBody>
      </p:sp>
    </p:spTree>
    <p:extLst>
      <p:ext uri="{BB962C8B-B14F-4D97-AF65-F5344CB8AC3E}">
        <p14:creationId xmlns:p14="http://schemas.microsoft.com/office/powerpoint/2010/main" val="32164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1CB277-DEAA-4634-A9E5-2AFC185E8FE9}"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614E6E-A64C-414A-98D5-8D35AE2111BD}" type="slidenum">
              <a:rPr lang="en-IN" smtClean="0"/>
              <a:t>‹#›</a:t>
            </a:fld>
            <a:endParaRPr lang="en-IN"/>
          </a:p>
        </p:txBody>
      </p:sp>
    </p:spTree>
    <p:extLst>
      <p:ext uri="{BB962C8B-B14F-4D97-AF65-F5344CB8AC3E}">
        <p14:creationId xmlns:p14="http://schemas.microsoft.com/office/powerpoint/2010/main" val="2962128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1CB277-DEAA-4634-A9E5-2AFC185E8FE9}"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614E6E-A64C-414A-98D5-8D35AE2111BD}" type="slidenum">
              <a:rPr lang="en-IN" smtClean="0"/>
              <a:t>‹#›</a:t>
            </a:fld>
            <a:endParaRPr lang="en-IN"/>
          </a:p>
        </p:txBody>
      </p:sp>
    </p:spTree>
    <p:extLst>
      <p:ext uri="{BB962C8B-B14F-4D97-AF65-F5344CB8AC3E}">
        <p14:creationId xmlns:p14="http://schemas.microsoft.com/office/powerpoint/2010/main" val="663048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31CB277-DEAA-4634-A9E5-2AFC185E8FE9}" type="datetimeFigureOut">
              <a:rPr lang="en-IN" smtClean="0"/>
              <a:t>11-12-2025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6614E6E-A64C-414A-98D5-8D35AE2111BD}"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35782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jpg"/><Relationship Id="rId4" Type="http://schemas.openxmlformats.org/officeDocument/2006/relationships/image" Target="../media/image12.jpg"/></Relationships>
</file>

<file path=ppt/slides/_rels/slide3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3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20.jpg"/><Relationship Id="rId4" Type="http://schemas.openxmlformats.org/officeDocument/2006/relationships/image" Target="../media/image19.jpg"/></Relationships>
</file>

<file path=ppt/slides/_rels/slide3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22.jpg"/></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hyperlink" Target="https://pubmed.ncbi.nlm.nih.gov/26886976/?utm_source=chatgpt.com" TargetMode="External"/><Relationship Id="rId3" Type="http://schemas.openxmlformats.org/officeDocument/2006/relationships/hyperlink" Target="https://doi.org/10.1016/j.compbiomed.2018.06.008" TargetMode="External"/><Relationship Id="rId7" Type="http://schemas.openxmlformats.org/officeDocument/2006/relationships/hyperlink" Target="https://www.sciencedirect.com/science/article/abs/pii/S1746809416300866" TargetMode="Externa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hyperlink" Target="https://www.sciencedirect.com/science/article/pii/S0169260718301494" TargetMode="External"/><Relationship Id="rId5" Type="http://schemas.openxmlformats.org/officeDocument/2006/relationships/hyperlink" Target="https://keras.io/guides/sequential_model/" TargetMode="External"/><Relationship Id="rId4" Type="http://schemas.openxmlformats.org/officeDocument/2006/relationships/hyperlink" Target="https://doi.org/10.3390/app9153319"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5">
            <a:extLst>
              <a:ext uri="{FF2B5EF4-FFF2-40B4-BE49-F238E27FC236}">
                <a16:creationId xmlns:a16="http://schemas.microsoft.com/office/drawing/2014/main" xmlns="" id="{DFF8AEF2-C0D8-4CB5-B925-51456C0B8986}"/>
              </a:ext>
            </a:extLst>
          </p:cNvPr>
          <p:cNvSpPr>
            <a:spLocks noGrp="1"/>
          </p:cNvSpPr>
          <p:nvPr>
            <p:ph type="ftr" sz="quarter" idx="11"/>
          </p:nvPr>
        </p:nvSpPr>
        <p:spPr>
          <a:xfrm>
            <a:off x="3686185" y="6459785"/>
            <a:ext cx="4822804" cy="365125"/>
          </a:xfrm>
        </p:spPr>
        <p:txBody>
          <a:bodyPr/>
          <a:lstStyle/>
          <a:p>
            <a:r>
              <a:rPr lang="en-IN" dirty="0"/>
              <a:t>2025-26</a:t>
            </a:r>
          </a:p>
        </p:txBody>
      </p:sp>
      <p:sp>
        <p:nvSpPr>
          <p:cNvPr id="3" name="Slide Number Placeholder 6">
            <a:extLst>
              <a:ext uri="{FF2B5EF4-FFF2-40B4-BE49-F238E27FC236}">
                <a16:creationId xmlns:a16="http://schemas.microsoft.com/office/drawing/2014/main" xmlns="" id="{377B5341-304A-4CC7-A05E-7AE9A49FAAD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a:t>
            </a:fld>
            <a:endParaRPr lang="en-IN"/>
          </a:p>
        </p:txBody>
      </p:sp>
      <p:sp>
        <p:nvSpPr>
          <p:cNvPr id="4" name="Date Placeholder 7">
            <a:extLst>
              <a:ext uri="{FF2B5EF4-FFF2-40B4-BE49-F238E27FC236}">
                <a16:creationId xmlns:a16="http://schemas.microsoft.com/office/drawing/2014/main" xmlns="" id="{8B2110E4-3B91-4C7A-A5DC-D4ED47A418FE}"/>
              </a:ext>
            </a:extLst>
          </p:cNvPr>
          <p:cNvSpPr>
            <a:spLocks noGrp="1"/>
          </p:cNvSpPr>
          <p:nvPr>
            <p:ph type="dt" sz="half" idx="10"/>
          </p:nvPr>
        </p:nvSpPr>
        <p:spPr>
          <a:xfrm>
            <a:off x="1097280" y="6459785"/>
            <a:ext cx="2472271" cy="365125"/>
          </a:xfrm>
        </p:spPr>
        <p:txBody>
          <a:bodyPr/>
          <a:lstStyle/>
          <a:p>
            <a:r>
              <a:rPr lang="en-US"/>
              <a:t>Dept of AI&amp;DS, SJCIT</a:t>
            </a:r>
            <a:endParaRPr lang="en-IN" dirty="0"/>
          </a:p>
        </p:txBody>
      </p:sp>
      <p:sp>
        <p:nvSpPr>
          <p:cNvPr id="5" name="TextBox 4">
            <a:extLst>
              <a:ext uri="{FF2B5EF4-FFF2-40B4-BE49-F238E27FC236}">
                <a16:creationId xmlns:a16="http://schemas.microsoft.com/office/drawing/2014/main" xmlns="" id="{15E02BEA-E891-4B53-BAEF-46F3B74C9563}"/>
              </a:ext>
            </a:extLst>
          </p:cNvPr>
          <p:cNvSpPr txBox="1"/>
          <p:nvPr/>
        </p:nvSpPr>
        <p:spPr>
          <a:xfrm>
            <a:off x="10114590" y="650450"/>
            <a:ext cx="766856" cy="2026763"/>
          </a:xfrm>
          <a:prstGeom prst="rect">
            <a:avLst/>
          </a:prstGeom>
          <a:noFill/>
        </p:spPr>
        <p:txBody>
          <a:bodyPr wrap="square" rtlCol="0">
            <a:spAutoFit/>
          </a:bodyPr>
          <a:lstStyle/>
          <a:p>
            <a:endParaRPr lang="en-IN" dirty="0"/>
          </a:p>
        </p:txBody>
      </p:sp>
      <p:sp>
        <p:nvSpPr>
          <p:cNvPr id="6" name="TextBox 5">
            <a:extLst>
              <a:ext uri="{FF2B5EF4-FFF2-40B4-BE49-F238E27FC236}">
                <a16:creationId xmlns:a16="http://schemas.microsoft.com/office/drawing/2014/main" xmlns="" id="{7E90CA97-A8DC-414D-A0B9-C7D336A05724}"/>
              </a:ext>
            </a:extLst>
          </p:cNvPr>
          <p:cNvSpPr txBox="1"/>
          <p:nvPr/>
        </p:nvSpPr>
        <p:spPr>
          <a:xfrm>
            <a:off x="1769806" y="2239129"/>
            <a:ext cx="8927691" cy="400110"/>
          </a:xfrm>
          <a:prstGeom prst="rect">
            <a:avLst/>
          </a:prstGeom>
          <a:noFill/>
        </p:spPr>
        <p:txBody>
          <a:bodyPr wrap="square" rtlCol="0">
            <a:spAutoFit/>
          </a:bodyPr>
          <a:lstStyle/>
          <a:p>
            <a:pPr algn="ctr"/>
            <a:r>
              <a:rPr lang="en-US" sz="2000" b="1" dirty="0">
                <a:solidFill>
                  <a:srgbClr val="002060"/>
                </a:solidFill>
                <a:latin typeface="Times New Roman" panose="02020603050405020304" pitchFamily="18" charset="0"/>
                <a:cs typeface="Times New Roman" panose="02020603050405020304" pitchFamily="18" charset="0"/>
              </a:rPr>
              <a:t>DEPARTMENT OF ARTIFICAL INTELLIGENCE AND DATA SCIENCE</a:t>
            </a:r>
            <a:endParaRPr lang="en-IN" sz="2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50D6CCBF-A8BA-4D11-B141-3EB3C4F8EB25}"/>
              </a:ext>
            </a:extLst>
          </p:cNvPr>
          <p:cNvSpPr txBox="1"/>
          <p:nvPr/>
        </p:nvSpPr>
        <p:spPr>
          <a:xfrm>
            <a:off x="3401961" y="2815152"/>
            <a:ext cx="4011561" cy="646331"/>
          </a:xfrm>
          <a:prstGeom prst="rect">
            <a:avLst/>
          </a:prstGeom>
          <a:noFill/>
        </p:spPr>
        <p:txBody>
          <a:bodyPr wrap="square" rtlCol="0">
            <a:spAutoFit/>
          </a:bodyPr>
          <a:lstStyle/>
          <a:p>
            <a:endParaRPr lang="en-US" altLang="en-US" sz="1800" b="1" dirty="0">
              <a:solidFill>
                <a:srgbClr val="7030A0"/>
              </a:solidFill>
              <a:latin typeface="Times New Roman" panose="02020603050405020304" pitchFamily="18" charset="0"/>
              <a:cs typeface="Times New Roman" panose="02020603050405020304" pitchFamily="18" charset="0"/>
            </a:endParaRPr>
          </a:p>
          <a:p>
            <a:endParaRPr lang="en-IN" dirty="0"/>
          </a:p>
        </p:txBody>
      </p:sp>
      <p:sp>
        <p:nvSpPr>
          <p:cNvPr id="8" name="TextBox 7">
            <a:extLst>
              <a:ext uri="{FF2B5EF4-FFF2-40B4-BE49-F238E27FC236}">
                <a16:creationId xmlns:a16="http://schemas.microsoft.com/office/drawing/2014/main" xmlns="" id="{D5A48DEC-9A9E-47BC-AC27-7AB2A09518F0}"/>
              </a:ext>
            </a:extLst>
          </p:cNvPr>
          <p:cNvSpPr txBox="1"/>
          <p:nvPr/>
        </p:nvSpPr>
        <p:spPr>
          <a:xfrm>
            <a:off x="571358" y="3723333"/>
            <a:ext cx="4665660" cy="1754326"/>
          </a:xfrm>
          <a:prstGeom prst="rect">
            <a:avLst/>
          </a:prstGeom>
          <a:noFill/>
        </p:spPr>
        <p:txBody>
          <a:bodyPr wrap="square" lIns="91440" tIns="45720" rIns="91440" bIns="45720" rtlCol="0" anchor="t">
            <a:spAutoFit/>
          </a:bodyPr>
          <a:lstStyle/>
          <a:p>
            <a:r>
              <a:rPr lang="en-US" altLang="en-US" sz="1800" b="1" dirty="0">
                <a:solidFill>
                  <a:srgbClr val="C00000"/>
                </a:solidFill>
                <a:latin typeface="Times New Roman" panose="02020603050405020304" pitchFamily="18" charset="0"/>
                <a:cs typeface="Times New Roman" panose="02020603050405020304" pitchFamily="18" charset="0"/>
              </a:rPr>
              <a:t>Project Team Members</a:t>
            </a:r>
          </a:p>
          <a:p>
            <a:r>
              <a:rPr lang="en-US" altLang="en-US" sz="1800" dirty="0">
                <a:solidFill>
                  <a:srgbClr val="7030A0"/>
                </a:solidFill>
                <a:latin typeface="Times New Roman" panose="02020603050405020304" pitchFamily="18" charset="0"/>
                <a:cs typeface="Times New Roman" panose="02020603050405020304" pitchFamily="18" charset="0"/>
              </a:rPr>
              <a:t>Name   </a:t>
            </a:r>
            <a:r>
              <a:rPr lang="en-US" altLang="en-US" sz="1800" dirty="0">
                <a:latin typeface="Times New Roman" panose="02020603050405020304" pitchFamily="18" charset="0"/>
                <a:cs typeface="Times New Roman" panose="02020603050405020304" pitchFamily="18" charset="0"/>
              </a:rPr>
              <a:t>                                </a:t>
            </a:r>
            <a:r>
              <a:rPr lang="en-US" altLang="en-US" sz="1800" dirty="0">
                <a:solidFill>
                  <a:srgbClr val="7030A0"/>
                </a:solidFill>
                <a:latin typeface="Times New Roman" panose="02020603050405020304" pitchFamily="18" charset="0"/>
                <a:cs typeface="Times New Roman" panose="02020603050405020304" pitchFamily="18" charset="0"/>
              </a:rPr>
              <a:t>USN</a:t>
            </a:r>
          </a:p>
          <a:p>
            <a:pPr algn="just"/>
            <a:r>
              <a:rPr lang="en-US" dirty="0">
                <a:solidFill>
                  <a:schemeClr val="accent2">
                    <a:lumMod val="50000"/>
                  </a:schemeClr>
                </a:solidFill>
                <a:latin typeface="Times New Roman" panose="02020603050405020304" pitchFamily="18" charset="0"/>
                <a:cs typeface="Times New Roman" panose="02020603050405020304" pitchFamily="18" charset="0"/>
              </a:rPr>
              <a:t>B.LATHA </a:t>
            </a:r>
            <a:r>
              <a:rPr lang="en-US" sz="1800" dirty="0">
                <a:solidFill>
                  <a:schemeClr val="accent2">
                    <a:lumMod val="50000"/>
                  </a:schemeClr>
                </a:solidFill>
                <a:latin typeface="Times New Roman" panose="02020603050405020304" pitchFamily="18" charset="0"/>
                <a:cs typeface="Times New Roman" panose="02020603050405020304" pitchFamily="18" charset="0"/>
              </a:rPr>
              <a:t>SREE           1SJ22AD006</a:t>
            </a:r>
          </a:p>
          <a:p>
            <a:pPr algn="just"/>
            <a:r>
              <a:rPr lang="en-US" sz="1800" dirty="0">
                <a:solidFill>
                  <a:schemeClr val="accent2">
                    <a:lumMod val="50000"/>
                  </a:schemeClr>
                </a:solidFill>
                <a:latin typeface="Times New Roman" panose="02020603050405020304" pitchFamily="18" charset="0"/>
                <a:cs typeface="Times New Roman" panose="02020603050405020304" pitchFamily="18" charset="0"/>
              </a:rPr>
              <a:t>C S MOUNIKA            1SJ22AD008</a:t>
            </a:r>
          </a:p>
          <a:p>
            <a:pPr algn="just"/>
            <a:r>
              <a:rPr lang="en-US" dirty="0">
                <a:solidFill>
                  <a:schemeClr val="accent2">
                    <a:lumMod val="50000"/>
                  </a:schemeClr>
                </a:solidFill>
                <a:latin typeface="Times New Roman"/>
                <a:cs typeface="Times New Roman"/>
              </a:rPr>
              <a:t>M.CHARAN                 1SJ22AD024</a:t>
            </a:r>
            <a:endParaRPr lang="en-US" sz="1800" dirty="0">
              <a:solidFill>
                <a:schemeClr val="accent2">
                  <a:lumMod val="50000"/>
                </a:schemeClr>
              </a:solidFill>
              <a:latin typeface="Times New Roman" panose="02020603050405020304" pitchFamily="18" charset="0"/>
              <a:cs typeface="Times New Roman" panose="02020603050405020304" pitchFamily="18" charset="0"/>
            </a:endParaRPr>
          </a:p>
          <a:p>
            <a:pPr algn="just"/>
            <a:r>
              <a:rPr lang="en-US" altLang="en-US" b="1" dirty="0">
                <a:solidFill>
                  <a:srgbClr val="C00000"/>
                </a:solidFill>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xmlns="" id="{0DCF08E0-39EF-4ADD-A234-0F9649422C03}"/>
              </a:ext>
            </a:extLst>
          </p:cNvPr>
          <p:cNvSpPr txBox="1"/>
          <p:nvPr/>
        </p:nvSpPr>
        <p:spPr>
          <a:xfrm>
            <a:off x="8266651" y="3904270"/>
            <a:ext cx="2756949" cy="923330"/>
          </a:xfrm>
          <a:prstGeom prst="rect">
            <a:avLst/>
          </a:prstGeom>
          <a:noFill/>
        </p:spPr>
        <p:txBody>
          <a:bodyPr wrap="square" rtlCol="0">
            <a:spAutoFit/>
          </a:bodyPr>
          <a:lstStyle/>
          <a:p>
            <a:r>
              <a:rPr lang="en-US" altLang="en-US" sz="1800" b="1" dirty="0">
                <a:solidFill>
                  <a:srgbClr val="C00000"/>
                </a:solidFill>
                <a:latin typeface="Times New Roman" panose="02020603050405020304" pitchFamily="18" charset="0"/>
                <a:cs typeface="Times New Roman" panose="02020603050405020304" pitchFamily="18" charset="0"/>
              </a:rPr>
              <a:t>Project Guide</a:t>
            </a:r>
          </a:p>
          <a:p>
            <a:r>
              <a:rPr lang="en-US" dirty="0">
                <a:solidFill>
                  <a:schemeClr val="accent1">
                    <a:lumMod val="50000"/>
                  </a:schemeClr>
                </a:solidFill>
                <a:latin typeface="Times New Roman" panose="02020603050405020304" pitchFamily="18" charset="0"/>
                <a:cs typeface="Times New Roman" panose="02020603050405020304" pitchFamily="18" charset="0"/>
              </a:rPr>
              <a:t>Badrinath K</a:t>
            </a:r>
          </a:p>
          <a:p>
            <a:r>
              <a:rPr lang="en-US" dirty="0">
                <a:solidFill>
                  <a:schemeClr val="accent1">
                    <a:lumMod val="50000"/>
                  </a:schemeClr>
                </a:solidFill>
                <a:latin typeface="Times New Roman" panose="02020603050405020304" pitchFamily="18" charset="0"/>
                <a:cs typeface="Times New Roman" panose="02020603050405020304" pitchFamily="18" charset="0"/>
              </a:rPr>
              <a:t>Assistant Professor</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xmlns="" id="{3D7EF7E1-AD04-43DC-9985-917D5D7A2030}"/>
              </a:ext>
            </a:extLst>
          </p:cNvPr>
          <p:cNvSpPr txBox="1"/>
          <p:nvPr/>
        </p:nvSpPr>
        <p:spPr>
          <a:xfrm>
            <a:off x="3244645" y="2676637"/>
            <a:ext cx="6132389" cy="400110"/>
          </a:xfrm>
          <a:prstGeom prst="rect">
            <a:avLst/>
          </a:prstGeom>
          <a:noFill/>
        </p:spPr>
        <p:txBody>
          <a:bodyPr wrap="square" rtlCol="0">
            <a:spAutoFit/>
          </a:bodyPr>
          <a:lstStyle/>
          <a:p>
            <a:pPr algn="ctr"/>
            <a:r>
              <a:rPr lang="en-US" altLang="en-US" sz="2000" b="1" dirty="0">
                <a:solidFill>
                  <a:srgbClr val="00B0F0"/>
                </a:solidFill>
                <a:latin typeface="Times New Roman" panose="02020603050405020304" pitchFamily="18" charset="0"/>
                <a:cs typeface="Times New Roman" panose="02020603050405020304" pitchFamily="18" charset="0"/>
              </a:rPr>
              <a:t>Project Review </a:t>
            </a:r>
          </a:p>
        </p:txBody>
      </p:sp>
      <p:sp>
        <p:nvSpPr>
          <p:cNvPr id="11" name="TextBox 10">
            <a:extLst>
              <a:ext uri="{FF2B5EF4-FFF2-40B4-BE49-F238E27FC236}">
                <a16:creationId xmlns:a16="http://schemas.microsoft.com/office/drawing/2014/main" xmlns="" id="{94648592-A1DD-4A8E-8BAF-1E9724457804}"/>
              </a:ext>
            </a:extLst>
          </p:cNvPr>
          <p:cNvSpPr txBox="1"/>
          <p:nvPr/>
        </p:nvSpPr>
        <p:spPr>
          <a:xfrm>
            <a:off x="382384" y="3324829"/>
            <a:ext cx="11230495" cy="400110"/>
          </a:xfrm>
          <a:prstGeom prst="rect">
            <a:avLst/>
          </a:prstGeom>
          <a:noFill/>
        </p:spPr>
        <p:txBody>
          <a:bodyPr wrap="square" rtlCol="0">
            <a:spAutoFit/>
          </a:bodyPr>
          <a:lstStyle/>
          <a:p>
            <a:pPr algn="ctr"/>
            <a:r>
              <a:rPr lang="en-IN" sz="2000" b="1"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CNN+LSTM”</a:t>
            </a:r>
            <a:endParaRPr lang="en-IN" sz="2000" b="1" dirty="0">
              <a:latin typeface="Times New Roman" panose="02020603050405020304" pitchFamily="18" charset="0"/>
              <a:cs typeface="Times New Roman" panose="02020603050405020304" pitchFamily="18" charset="0"/>
            </a:endParaRPr>
          </a:p>
        </p:txBody>
      </p:sp>
      <p:pic>
        <p:nvPicPr>
          <p:cNvPr id="12" name="Picture 3">
            <a:extLst>
              <a:ext uri="{FF2B5EF4-FFF2-40B4-BE49-F238E27FC236}">
                <a16:creationId xmlns:a16="http://schemas.microsoft.com/office/drawing/2014/main" xmlns="" id="{8DBF7793-6AB1-4760-9693-13E126C7DA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967" y="90145"/>
            <a:ext cx="10725518" cy="194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3">
            <a:extLst>
              <a:ext uri="{FF2B5EF4-FFF2-40B4-BE49-F238E27FC236}">
                <a16:creationId xmlns:a16="http://schemas.microsoft.com/office/drawing/2014/main" xmlns="" id="{65147287-52DA-4E02-9EE9-D1D5E5B6D2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241" y="26027"/>
            <a:ext cx="10725518" cy="194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12660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6FFE746E-3ABF-4B2E-8849-B04BBD4E3C63}"/>
              </a:ext>
            </a:extLst>
          </p:cNvPr>
          <p:cNvSpPr txBox="1"/>
          <p:nvPr/>
        </p:nvSpPr>
        <p:spPr>
          <a:xfrm>
            <a:off x="2407765" y="413174"/>
            <a:ext cx="6572906" cy="523220"/>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 </a:t>
            </a:r>
            <a:endParaRPr lang="en-IN" sz="4000" b="1" dirty="0">
              <a:solidFill>
                <a:srgbClr val="0070C0"/>
              </a:solidFill>
              <a:latin typeface="Times New Roman" panose="02020603050405020304" pitchFamily="18" charset="0"/>
              <a:cs typeface="Times New Roman" panose="02020603050405020304" pitchFamily="18" charset="0"/>
            </a:endParaRPr>
          </a:p>
        </p:txBody>
      </p:sp>
      <p:sp>
        <p:nvSpPr>
          <p:cNvPr id="3" name="Footer Placeholder 7">
            <a:extLst>
              <a:ext uri="{FF2B5EF4-FFF2-40B4-BE49-F238E27FC236}">
                <a16:creationId xmlns:a16="http://schemas.microsoft.com/office/drawing/2014/main" xmlns="" id="{72955DD5-BA0B-4DD4-BE13-D8EA98DB5254}"/>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E374B9F8-F021-41EB-B7CC-36DF97F119CA}"/>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2</a:t>
            </a:fld>
            <a:endParaRPr lang="en-IN"/>
          </a:p>
        </p:txBody>
      </p:sp>
      <p:sp>
        <p:nvSpPr>
          <p:cNvPr id="5" name="Date Placeholder 9">
            <a:extLst>
              <a:ext uri="{FF2B5EF4-FFF2-40B4-BE49-F238E27FC236}">
                <a16:creationId xmlns:a16="http://schemas.microsoft.com/office/drawing/2014/main" xmlns="" id="{BF2FBA8A-6D2B-440C-9535-D33834CDEDDD}"/>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A318F79A-78AD-4713-ABAC-79E20C7477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85F4E585-BAFA-469F-805D-30F8D1DF383C}"/>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6FBAC106-3C37-494F-A5A1-56222815F165}"/>
              </a:ext>
            </a:extLst>
          </p:cNvPr>
          <p:cNvSpPr txBox="1"/>
          <p:nvPr/>
        </p:nvSpPr>
        <p:spPr>
          <a:xfrm>
            <a:off x="3283975" y="413174"/>
            <a:ext cx="4493342" cy="523220"/>
          </a:xfrm>
          <a:prstGeom prst="rect">
            <a:avLst/>
          </a:prstGeom>
          <a:noFill/>
        </p:spPr>
        <p:txBody>
          <a:bodyPr wrap="square" rtlCol="0">
            <a:spAutoFit/>
          </a:bodyPr>
          <a:lstStyle/>
          <a:p>
            <a:r>
              <a:rPr lang="en-IN" sz="2600" b="1" dirty="0">
                <a:latin typeface="Times New Roman" panose="02020603050405020304" pitchFamily="18" charset="0"/>
                <a:cs typeface="Times New Roman" panose="02020603050405020304" pitchFamily="18" charset="0"/>
              </a:rPr>
              <a:t>TABLE </a:t>
            </a:r>
            <a:r>
              <a:rPr lang="en-IN" sz="2800" b="1" dirty="0">
                <a:latin typeface="Times New Roman" panose="02020603050405020304" pitchFamily="18" charset="0"/>
                <a:cs typeface="Times New Roman" panose="02020603050405020304" pitchFamily="18" charset="0"/>
              </a:rPr>
              <a:t>OF</a:t>
            </a:r>
            <a:r>
              <a:rPr lang="en-IN" sz="2600" b="1" dirty="0">
                <a:latin typeface="Times New Roman" panose="02020603050405020304" pitchFamily="18" charset="0"/>
                <a:cs typeface="Times New Roman" panose="02020603050405020304" pitchFamily="18" charset="0"/>
              </a:rPr>
              <a:t> CONTENTS</a:t>
            </a:r>
            <a:endParaRPr lang="en-IN" sz="2600" dirty="0"/>
          </a:p>
        </p:txBody>
      </p:sp>
      <p:sp>
        <p:nvSpPr>
          <p:cNvPr id="9" name="TextBox 8">
            <a:extLst>
              <a:ext uri="{FF2B5EF4-FFF2-40B4-BE49-F238E27FC236}">
                <a16:creationId xmlns:a16="http://schemas.microsoft.com/office/drawing/2014/main" xmlns="" id="{13170DBD-BE0B-49D0-BCA7-15B37B822C66}"/>
              </a:ext>
            </a:extLst>
          </p:cNvPr>
          <p:cNvSpPr txBox="1"/>
          <p:nvPr/>
        </p:nvSpPr>
        <p:spPr>
          <a:xfrm>
            <a:off x="644924" y="1170098"/>
            <a:ext cx="4916121" cy="4524315"/>
          </a:xfrm>
          <a:prstGeom prst="rect">
            <a:avLst/>
          </a:prstGeom>
          <a:noFill/>
        </p:spPr>
        <p:txBody>
          <a:bodyPr wrap="square" rtlCol="0">
            <a:spAutoFit/>
          </a:bodyPr>
          <a:lstStyle/>
          <a:p>
            <a:pPr marL="800100" lvl="1" indent="-342900" algn="just">
              <a:lnSpc>
                <a:spcPct val="150000"/>
              </a:lnSpc>
              <a:buFont typeface="+mj-lt"/>
              <a:buAutoNum type="arabicPeriod"/>
              <a:tabLst>
                <a:tab pos="685800" algn="l"/>
              </a:tabLst>
            </a:pPr>
            <a:r>
              <a:rPr lang="en-US" dirty="0" smtClean="0"/>
              <a:t>Abstract</a:t>
            </a:r>
          </a:p>
          <a:p>
            <a:pPr marL="800100" lvl="1" indent="-342900" algn="just">
              <a:lnSpc>
                <a:spcPct val="150000"/>
              </a:lnSpc>
              <a:buFont typeface="+mj-lt"/>
              <a:buAutoNum type="arabicPeriod"/>
              <a:tabLst>
                <a:tab pos="685800" algn="l"/>
              </a:tabLst>
            </a:pPr>
            <a:r>
              <a:rPr lang="en-US" spc="0" dirty="0" smtClean="0">
                <a:effectLst/>
                <a:latin typeface="Times New Roman" panose="02020603050405020304" pitchFamily="18" charset="0"/>
                <a:ea typeface="Calibri" panose="020F0502020204030204" pitchFamily="34" charset="0"/>
                <a:cs typeface="Times New Roman" panose="02020603050405020304" pitchFamily="18" charset="0"/>
              </a:rPr>
              <a:t>Purpose</a:t>
            </a:r>
            <a:endParaRPr lang="en-US" spc="0" dirty="0">
              <a:effectLst/>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pc="0" dirty="0">
                <a:effectLst/>
                <a:latin typeface="Times New Roman" panose="02020603050405020304" pitchFamily="18" charset="0"/>
                <a:ea typeface="Calibri" panose="020F0502020204030204" pitchFamily="34" charset="0"/>
                <a:cs typeface="Times New Roman" panose="02020603050405020304" pitchFamily="18" charset="0"/>
              </a:rPr>
              <a:t>Scope</a:t>
            </a:r>
          </a:p>
          <a:p>
            <a:pPr marL="800100" lvl="1" indent="-342900" algn="just">
              <a:lnSpc>
                <a:spcPct val="150000"/>
              </a:lnSpc>
              <a:buFont typeface="+mj-lt"/>
              <a:buAutoNum type="arabicPeriod"/>
              <a:tabLst>
                <a:tab pos="685800" algn="l"/>
              </a:tabLst>
            </a:pPr>
            <a:r>
              <a:rPr lang="en-US" dirty="0"/>
              <a:t>Problem </a:t>
            </a:r>
            <a:r>
              <a:rPr lang="en-US"/>
              <a:t>Statement </a:t>
            </a:r>
            <a:r>
              <a:rPr lang="en-US" spc="-15" smtClean="0">
                <a:effectLst/>
                <a:latin typeface="Times New Roman" panose="02020603050405020304" pitchFamily="18" charset="0"/>
                <a:ea typeface="Calibri" panose="020F0502020204030204" pitchFamily="34" charset="0"/>
                <a:cs typeface="Times New Roman" panose="02020603050405020304" pitchFamily="18" charset="0"/>
              </a:rPr>
              <a:t> </a:t>
            </a:r>
            <a:endParaRPr lang="en-IN" spc="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pc="0" dirty="0" smtClean="0">
                <a:effectLst/>
                <a:latin typeface="Times New Roman" panose="02020603050405020304" pitchFamily="18" charset="0"/>
                <a:ea typeface="Calibri" panose="020F0502020204030204" pitchFamily="34" charset="0"/>
                <a:cs typeface="Times New Roman" panose="02020603050405020304" pitchFamily="18" charset="0"/>
              </a:rPr>
              <a:t>Introduction</a:t>
            </a:r>
            <a:r>
              <a:rPr lang="en-US" spc="-30" dirty="0" smtClean="0">
                <a:effectLst/>
                <a:latin typeface="Times New Roman" panose="02020603050405020304" pitchFamily="18" charset="0"/>
                <a:ea typeface="Calibri" panose="020F0502020204030204" pitchFamily="34" charset="0"/>
                <a:cs typeface="Times New Roman" panose="02020603050405020304" pitchFamily="18" charset="0"/>
              </a:rPr>
              <a:t> </a:t>
            </a:r>
            <a:endParaRPr lang="en-US" spc="-30" dirty="0">
              <a:effectLst/>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pc="-10" dirty="0">
                <a:effectLst/>
                <a:latin typeface="Times New Roman" panose="02020603050405020304" pitchFamily="18" charset="0"/>
                <a:ea typeface="Calibri" panose="020F0502020204030204" pitchFamily="34" charset="0"/>
                <a:cs typeface="Times New Roman" panose="02020603050405020304" pitchFamily="18" charset="0"/>
              </a:rPr>
              <a:t>Objectives</a:t>
            </a:r>
            <a:endParaRPr lang="en-US" spc="-30" dirty="0">
              <a:effectLst/>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pc="0" dirty="0">
                <a:effectLst/>
                <a:latin typeface="Times New Roman" panose="02020603050405020304" pitchFamily="18" charset="0"/>
                <a:ea typeface="Calibri" panose="020F0502020204030204" pitchFamily="34" charset="0"/>
                <a:cs typeface="Times New Roman" panose="02020603050405020304" pitchFamily="18" charset="0"/>
              </a:rPr>
              <a:t>Literature</a:t>
            </a:r>
            <a:r>
              <a:rPr lang="en-US"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pc="-10" dirty="0">
                <a:effectLst/>
                <a:latin typeface="Times New Roman" panose="02020603050405020304" pitchFamily="18" charset="0"/>
                <a:ea typeface="Calibri" panose="020F0502020204030204" pitchFamily="34" charset="0"/>
                <a:cs typeface="Times New Roman" panose="02020603050405020304" pitchFamily="18" charset="0"/>
              </a:rPr>
              <a:t>Survey</a:t>
            </a:r>
          </a:p>
          <a:p>
            <a:pPr marL="800100" lvl="1" indent="-342900" algn="just">
              <a:lnSpc>
                <a:spcPct val="150000"/>
              </a:lnSpc>
              <a:buFont typeface="+mj-lt"/>
              <a:buAutoNum type="arabicPeriod"/>
              <a:tabLst>
                <a:tab pos="685800" algn="l"/>
              </a:tabLst>
            </a:pPr>
            <a:r>
              <a:rPr lang="en-IN" dirty="0">
                <a:latin typeface="Times New Roman" panose="02020603050405020304" pitchFamily="18" charset="0"/>
                <a:cs typeface="Times New Roman" panose="02020603050405020304" pitchFamily="18" charset="0"/>
              </a:rPr>
              <a:t>Existing system</a:t>
            </a:r>
          </a:p>
          <a:p>
            <a:pPr marL="800100" lvl="1" indent="-342900" algn="just">
              <a:lnSpc>
                <a:spcPct val="150000"/>
              </a:lnSpc>
              <a:buFont typeface="+mj-lt"/>
              <a:buAutoNum type="arabicPeriod"/>
              <a:tabLst>
                <a:tab pos="685800" algn="l"/>
              </a:tabLst>
            </a:pPr>
            <a:r>
              <a:rPr lang="en-US" spc="-1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a:t>
            </a:r>
            <a:r>
              <a:rPr lang="en-US" sz="1800" spc="-1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roposed system</a:t>
            </a:r>
          </a:p>
          <a:p>
            <a:pPr marL="800100" lvl="1" indent="-342900">
              <a:lnSpc>
                <a:spcPct val="150000"/>
              </a:lnSpc>
              <a:buFont typeface="+mj-lt"/>
              <a:buAutoNum type="arabicPeriod"/>
              <a:tabLst>
                <a:tab pos="685800" algn="l"/>
              </a:tabLst>
            </a:pPr>
            <a:r>
              <a:rPr lang="en-IN" dirty="0">
                <a:latin typeface="Times New Roman" panose="02020603050405020304" pitchFamily="18" charset="0"/>
                <a:cs typeface="Times New Roman" panose="02020603050405020304" pitchFamily="18" charset="0"/>
              </a:rPr>
              <a:t>System Requirement and Specifications</a:t>
            </a:r>
            <a:r>
              <a:rPr lang="en-IN" sz="1800" dirty="0">
                <a:effectLst/>
                <a:latin typeface="Times New Roman" panose="02020603050405020304" pitchFamily="18" charset="0"/>
                <a:cs typeface="Times New Roman" panose="02020603050405020304" pitchFamily="18" charset="0"/>
              </a:rPr>
              <a:t> </a:t>
            </a:r>
            <a:endParaRPr lang="en-IN" spc="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
        <p:nvSpPr>
          <p:cNvPr id="10" name="TextBox 9">
            <a:extLst>
              <a:ext uri="{FF2B5EF4-FFF2-40B4-BE49-F238E27FC236}">
                <a16:creationId xmlns:a16="http://schemas.microsoft.com/office/drawing/2014/main" xmlns="" id="{1EFAC815-5686-4EC5-9A32-96132F6120B5}"/>
              </a:ext>
            </a:extLst>
          </p:cNvPr>
          <p:cNvSpPr txBox="1"/>
          <p:nvPr/>
        </p:nvSpPr>
        <p:spPr>
          <a:xfrm>
            <a:off x="5775936" y="1114114"/>
            <a:ext cx="4124522" cy="3970318"/>
          </a:xfrm>
          <a:prstGeom prst="rect">
            <a:avLst/>
          </a:prstGeom>
          <a:noFill/>
        </p:spPr>
        <p:txBody>
          <a:bodyPr wrap="square" rtlCol="0">
            <a:spAutoFit/>
          </a:bodyPr>
          <a:lstStyle/>
          <a:p>
            <a:pPr marL="342900" indent="-342900">
              <a:lnSpc>
                <a:spcPct val="150000"/>
              </a:lnSpc>
              <a:buFont typeface="+mj-lt"/>
              <a:buAutoNum type="arabicPeriod" startAt="11"/>
            </a:pPr>
            <a:r>
              <a:rPr lang="en-US" sz="1800" spc="-10" dirty="0">
                <a:latin typeface="Times New Roman" panose="02020603050405020304" pitchFamily="18" charset="0"/>
                <a:ea typeface="Calibri" panose="020F0502020204030204" pitchFamily="34" charset="0"/>
                <a:cs typeface="Times New Roman" panose="02020603050405020304" pitchFamily="18" charset="0"/>
              </a:rPr>
              <a:t>Design</a:t>
            </a:r>
            <a:r>
              <a:rPr lang="en-US" sz="1800" b="1" spc="-10" dirty="0">
                <a:latin typeface="Times New Roman" panose="02020603050405020304" pitchFamily="18" charset="0"/>
                <a:ea typeface="Calibri" panose="020F0502020204030204" pitchFamily="34" charset="0"/>
                <a:cs typeface="Times New Roman" panose="02020603050405020304" pitchFamily="18" charset="0"/>
              </a:rPr>
              <a:t> </a:t>
            </a:r>
            <a:r>
              <a:rPr lang="en-US" sz="1800" spc="-10" dirty="0">
                <a:latin typeface="Times New Roman" panose="02020603050405020304" pitchFamily="18" charset="0"/>
                <a:ea typeface="Calibri" panose="020F0502020204030204" pitchFamily="34" charset="0"/>
                <a:cs typeface="Times New Roman" panose="02020603050405020304" pitchFamily="18" charset="0"/>
              </a:rPr>
              <a:t>and</a:t>
            </a:r>
            <a:r>
              <a:rPr lang="en-US" sz="1800" b="1" spc="-10" dirty="0">
                <a:latin typeface="Times New Roman" panose="02020603050405020304" pitchFamily="18" charset="0"/>
                <a:ea typeface="Calibri" panose="020F0502020204030204" pitchFamily="34" charset="0"/>
                <a:cs typeface="Times New Roman" panose="02020603050405020304" pitchFamily="18" charset="0"/>
              </a:rPr>
              <a:t> </a:t>
            </a:r>
            <a:r>
              <a:rPr lang="en-US" sz="1800" spc="-10" dirty="0">
                <a:latin typeface="Times New Roman" panose="02020603050405020304" pitchFamily="18" charset="0"/>
                <a:ea typeface="Calibri" panose="020F0502020204030204" pitchFamily="34" charset="0"/>
                <a:cs typeface="Times New Roman" panose="02020603050405020304" pitchFamily="18" charset="0"/>
              </a:rPr>
              <a:t>Architecture</a:t>
            </a:r>
          </a:p>
          <a:p>
            <a:pPr marL="342900" indent="-342900">
              <a:lnSpc>
                <a:spcPct val="150000"/>
              </a:lnSpc>
              <a:buFont typeface="+mj-lt"/>
              <a:buAutoNum type="arabicPeriod" startAt="11"/>
            </a:pPr>
            <a:r>
              <a:rPr lang="en-IN" dirty="0">
                <a:solidFill>
                  <a:srgbClr val="000000"/>
                </a:solidFill>
                <a:latin typeface="Times New Roman" panose="02020603050405020304" pitchFamily="18" charset="0"/>
                <a:cs typeface="Times New Roman" panose="02020603050405020304" pitchFamily="18" charset="0"/>
              </a:rPr>
              <a:t> </a:t>
            </a:r>
            <a:r>
              <a:rPr lang="en-IN" sz="1800" kern="1200" dirty="0">
                <a:solidFill>
                  <a:srgbClr val="000000"/>
                </a:solidFill>
                <a:effectLst/>
                <a:latin typeface="Times New Roman" panose="02020603050405020304" pitchFamily="18" charset="0"/>
                <a:cs typeface="Times New Roman" panose="02020603050405020304" pitchFamily="18" charset="0"/>
              </a:rPr>
              <a:t>Modules split-up</a:t>
            </a:r>
            <a:endParaRPr lang="en-IN" dirty="0">
              <a:effectLst/>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startAt="11"/>
            </a:pPr>
            <a:r>
              <a:rPr lang="en-IN" sz="1800" kern="1200" dirty="0">
                <a:solidFill>
                  <a:srgbClr val="000000"/>
                </a:solidFill>
                <a:effectLst/>
                <a:latin typeface="Times New Roman" panose="02020603050405020304" pitchFamily="18" charset="0"/>
                <a:cs typeface="Times New Roman" panose="02020603050405020304" pitchFamily="18" charset="0"/>
              </a:rPr>
              <a:t> Implementation</a:t>
            </a:r>
            <a:endParaRPr lang="en-IN" dirty="0">
              <a:effectLst/>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startAt="11"/>
            </a:pPr>
            <a:r>
              <a:rPr lang="en-IN" sz="1800" kern="1200" dirty="0">
                <a:solidFill>
                  <a:srgbClr val="000000"/>
                </a:solidFill>
                <a:effectLst/>
                <a:latin typeface="Times New Roman" panose="02020603050405020304" pitchFamily="18" charset="0"/>
                <a:cs typeface="Times New Roman" panose="02020603050405020304" pitchFamily="18" charset="0"/>
              </a:rPr>
              <a:t> </a:t>
            </a:r>
            <a:r>
              <a:rPr lang="en-IN" dirty="0">
                <a:solidFill>
                  <a:srgbClr val="000000"/>
                </a:solidFill>
                <a:latin typeface="Times New Roman" panose="02020603050405020304" pitchFamily="18" charset="0"/>
                <a:cs typeface="Times New Roman" panose="02020603050405020304" pitchFamily="18" charset="0"/>
              </a:rPr>
              <a:t>T</a:t>
            </a:r>
            <a:r>
              <a:rPr lang="en-IN" sz="1800" kern="1200" dirty="0">
                <a:solidFill>
                  <a:srgbClr val="000000"/>
                </a:solidFill>
                <a:effectLst/>
                <a:latin typeface="Times New Roman" panose="02020603050405020304" pitchFamily="18" charset="0"/>
                <a:cs typeface="Times New Roman" panose="02020603050405020304" pitchFamily="18" charset="0"/>
              </a:rPr>
              <a:t>esting</a:t>
            </a:r>
            <a:endParaRPr lang="en-IN" dirty="0">
              <a:effectLst/>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startAt="11"/>
            </a:pPr>
            <a:r>
              <a:rPr lang="en-IN" sz="1800" kern="1200" dirty="0">
                <a:solidFill>
                  <a:srgbClr val="000000"/>
                </a:solidFill>
                <a:effectLst/>
                <a:latin typeface="Times New Roman" panose="02020603050405020304" pitchFamily="18" charset="0"/>
                <a:cs typeface="Times New Roman" panose="02020603050405020304" pitchFamily="18" charset="0"/>
              </a:rPr>
              <a:t> Screen shots of output</a:t>
            </a:r>
            <a:endParaRPr lang="en-IN" dirty="0">
              <a:effectLst/>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startAt="11"/>
            </a:pPr>
            <a:r>
              <a:rPr lang="en-IN" sz="1800" kern="1200" dirty="0">
                <a:solidFill>
                  <a:srgbClr val="000000"/>
                </a:solidFill>
                <a:effectLst/>
                <a:latin typeface="Times New Roman" panose="02020603050405020304" pitchFamily="18" charset="0"/>
                <a:cs typeface="Times New Roman" panose="02020603050405020304" pitchFamily="18" charset="0"/>
              </a:rPr>
              <a:t> Conclusion</a:t>
            </a:r>
            <a:endParaRPr lang="en-IN" dirty="0">
              <a:effectLst/>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startAt="11"/>
            </a:pPr>
            <a:r>
              <a:rPr lang="en-IN" sz="1800" kern="1200" dirty="0">
                <a:solidFill>
                  <a:srgbClr val="000000"/>
                </a:solidFill>
                <a:effectLst/>
                <a:latin typeface="Times New Roman" panose="02020603050405020304" pitchFamily="18" charset="0"/>
                <a:cs typeface="Times New Roman" panose="02020603050405020304" pitchFamily="18" charset="0"/>
              </a:rPr>
              <a:t> Future </a:t>
            </a:r>
            <a:r>
              <a:rPr lang="en-IN" dirty="0">
                <a:solidFill>
                  <a:srgbClr val="000000"/>
                </a:solidFill>
                <a:latin typeface="Times New Roman" panose="02020603050405020304" pitchFamily="18" charset="0"/>
                <a:cs typeface="Times New Roman" panose="02020603050405020304" pitchFamily="18" charset="0"/>
              </a:rPr>
              <a:t>E</a:t>
            </a:r>
            <a:r>
              <a:rPr lang="en-IN" sz="1800" kern="1200" dirty="0">
                <a:solidFill>
                  <a:srgbClr val="000000"/>
                </a:solidFill>
                <a:effectLst/>
                <a:latin typeface="Times New Roman" panose="02020603050405020304" pitchFamily="18" charset="0"/>
                <a:cs typeface="Times New Roman" panose="02020603050405020304" pitchFamily="18" charset="0"/>
              </a:rPr>
              <a:t>nhancement</a:t>
            </a:r>
            <a:endParaRPr lang="en-IN" dirty="0">
              <a:effectLst/>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startAt="11"/>
            </a:pPr>
            <a:r>
              <a:rPr lang="en-IN" sz="1800" kern="1200" dirty="0">
                <a:solidFill>
                  <a:srgbClr val="000000"/>
                </a:solidFill>
                <a:effectLst/>
                <a:latin typeface="Times New Roman" panose="02020603050405020304" pitchFamily="18" charset="0"/>
                <a:cs typeface="Times New Roman" panose="02020603050405020304" pitchFamily="18" charset="0"/>
              </a:rPr>
              <a:t> References</a:t>
            </a:r>
            <a:endParaRPr lang="en-IN" dirty="0">
              <a:effectLst/>
              <a:latin typeface="Times New Roman" panose="02020603050405020304" pitchFamily="18" charset="0"/>
              <a:cs typeface="Times New Roman" panose="02020603050405020304" pitchFamily="18" charset="0"/>
            </a:endParaRPr>
          </a:p>
          <a:p>
            <a:endParaRPr lang="en-US" sz="1800" spc="-10" dirty="0">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6082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3</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xmlns="" id="{78F9A048-8BBD-4208-B2F9-5A9B1A4C9603}"/>
              </a:ext>
            </a:extLst>
          </p:cNvPr>
          <p:cNvSpPr txBox="1"/>
          <p:nvPr/>
        </p:nvSpPr>
        <p:spPr>
          <a:xfrm>
            <a:off x="1950097" y="466531"/>
            <a:ext cx="7196235" cy="523220"/>
          </a:xfrm>
          <a:prstGeom prst="rect">
            <a:avLst/>
          </a:prstGeom>
          <a:noFill/>
        </p:spPr>
        <p:txBody>
          <a:bodyPr wrap="square">
            <a:spAutoFit/>
          </a:bodyPr>
          <a:lstStyle/>
          <a:p>
            <a:pPr algn="ctr"/>
            <a:r>
              <a:rPr lang="en-IN" sz="2800" b="1" kern="1200" dirty="0">
                <a:solidFill>
                  <a:srgbClr val="000000"/>
                </a:solidFill>
                <a:effectLst/>
                <a:latin typeface="Times New Roman" panose="02020603050405020304" pitchFamily="18" charset="0"/>
                <a:cs typeface="Times New Roman" panose="02020603050405020304" pitchFamily="18" charset="0"/>
              </a:rPr>
              <a:t>ABSTRACT</a:t>
            </a:r>
            <a:endParaRPr lang="en-IN" sz="2800" dirty="0">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69ADBA0B-5BB9-4219-B276-077A524CA92D}"/>
              </a:ext>
            </a:extLst>
          </p:cNvPr>
          <p:cNvSpPr txBox="1"/>
          <p:nvPr/>
        </p:nvSpPr>
        <p:spPr>
          <a:xfrm>
            <a:off x="895739" y="989751"/>
            <a:ext cx="10151706" cy="4457952"/>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Depression is a widespread psychological disorder affecting people of all ages. Early diagnosis is crucial, and EEG signals can help assess mental health. This project proposes a fully automated Depression Detection System using a novel Hybrid Neural Network, </a:t>
            </a:r>
            <a:r>
              <a:rPr lang="en-US" sz="2400" b="1" dirty="0" err="1">
                <a:latin typeface="Times New Roman" panose="02020603050405020304" pitchFamily="18" charset="0"/>
                <a:cs typeface="Times New Roman" panose="02020603050405020304" pitchFamily="18" charset="0"/>
              </a:rPr>
              <a:t>DepHNN</a:t>
            </a:r>
            <a:r>
              <a:rPr lang="en-US" sz="2400" dirty="0">
                <a:latin typeface="Times New Roman" panose="02020603050405020304" pitchFamily="18" charset="0"/>
                <a:cs typeface="Times New Roman" panose="02020603050405020304" pitchFamily="18" charset="0"/>
              </a:rPr>
              <a:t>, which combines CNN for temporal learning and LSTM for sequence learning. EEG data from 34 depressed and 30 normal drug-free individuals were used. The system achieves </a:t>
            </a:r>
            <a:r>
              <a:rPr lang="en-US" sz="2400" b="1" dirty="0">
                <a:latin typeface="Times New Roman" panose="02020603050405020304" pitchFamily="18" charset="0"/>
                <a:cs typeface="Times New Roman" panose="02020603050405020304" pitchFamily="18" charset="0"/>
              </a:rPr>
              <a:t>98.27 accuracy</a:t>
            </a:r>
            <a:r>
              <a:rPr lang="en-US" sz="2400" dirty="0">
                <a:latin typeface="Times New Roman" panose="02020603050405020304" pitchFamily="18" charset="0"/>
                <a:cs typeface="Times New Roman" panose="02020603050405020304" pitchFamily="18" charset="0"/>
              </a:rPr>
              <a:t> and a </a:t>
            </a:r>
            <a:r>
              <a:rPr lang="en-US" sz="2400" b="1" dirty="0">
                <a:latin typeface="Times New Roman" panose="02020603050405020304" pitchFamily="18" charset="0"/>
                <a:cs typeface="Times New Roman" panose="02020603050405020304" pitchFamily="18" charset="0"/>
              </a:rPr>
              <a:t>MAE of 0.0237</a:t>
            </a:r>
            <a:r>
              <a:rPr lang="en-US" sz="2400" dirty="0">
                <a:latin typeface="Times New Roman" panose="02020603050405020304" pitchFamily="18" charset="0"/>
                <a:cs typeface="Times New Roman" panose="02020603050405020304" pitchFamily="18" charset="0"/>
              </a:rPr>
              <a:t>, offering an efficient, accurate, and low-complexity solution for EEG-based depression screening.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2307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31D9DC7A-1761-4947-92F2-FE75E8CE2DAA}"/>
              </a:ext>
            </a:extLst>
          </p:cNvPr>
          <p:cNvSpPr txBox="1"/>
          <p:nvPr/>
        </p:nvSpPr>
        <p:spPr>
          <a:xfrm>
            <a:off x="2407765" y="413174"/>
            <a:ext cx="6572906" cy="523220"/>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 </a:t>
            </a:r>
            <a:endParaRPr lang="en-IN" sz="4000" b="1" dirty="0">
              <a:solidFill>
                <a:srgbClr val="0070C0"/>
              </a:solidFill>
              <a:latin typeface="Times New Roman" panose="02020603050405020304" pitchFamily="18" charset="0"/>
              <a:cs typeface="Times New Roman" panose="02020603050405020304" pitchFamily="18" charset="0"/>
            </a:endParaRPr>
          </a:p>
        </p:txBody>
      </p:sp>
      <p:sp>
        <p:nvSpPr>
          <p:cNvPr id="3" name="Footer Placeholder 7">
            <a:extLst>
              <a:ext uri="{FF2B5EF4-FFF2-40B4-BE49-F238E27FC236}">
                <a16:creationId xmlns:a16="http://schemas.microsoft.com/office/drawing/2014/main" xmlns="" id="{1D7D071B-9760-4A0D-AD1D-6176772A06B7}"/>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0F34EEE-A6E9-414C-B541-DA3A448C76CF}"/>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4</a:t>
            </a:fld>
            <a:endParaRPr lang="en-IN"/>
          </a:p>
        </p:txBody>
      </p:sp>
      <p:sp>
        <p:nvSpPr>
          <p:cNvPr id="5" name="Date Placeholder 9">
            <a:extLst>
              <a:ext uri="{FF2B5EF4-FFF2-40B4-BE49-F238E27FC236}">
                <a16:creationId xmlns:a16="http://schemas.microsoft.com/office/drawing/2014/main" xmlns="" id="{D8E17E8D-EFDC-4866-A70E-23033397CCC1}"/>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DBDBA999-490F-40D5-973D-099087E5CE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A64066E2-A58A-48DD-9867-7DEA5F41D319}"/>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53A6A713-70D4-4F21-95B8-BFB54EA54FC7}"/>
              </a:ext>
            </a:extLst>
          </p:cNvPr>
          <p:cNvSpPr txBox="1"/>
          <p:nvPr/>
        </p:nvSpPr>
        <p:spPr>
          <a:xfrm>
            <a:off x="3228392" y="531844"/>
            <a:ext cx="4819394" cy="523220"/>
          </a:xfrm>
          <a:prstGeom prst="rect">
            <a:avLst/>
          </a:prstGeom>
          <a:noFill/>
        </p:spPr>
        <p:txBody>
          <a:bodyPr wrap="square" rtlCol="0">
            <a:spAutoFit/>
          </a:bodyPr>
          <a:lstStyle/>
          <a:p>
            <a:r>
              <a:rPr lang="en-US" sz="2800" b="1" spc="0" dirty="0">
                <a:effectLst/>
                <a:latin typeface="Times New Roman" panose="02020603050405020304" pitchFamily="18" charset="0"/>
                <a:ea typeface="Calibri" panose="020F0502020204030204" pitchFamily="34" charset="0"/>
                <a:cs typeface="Times New Roman" panose="02020603050405020304" pitchFamily="18" charset="0"/>
              </a:rPr>
              <a:t>PROBLEM</a:t>
            </a:r>
            <a:r>
              <a:rPr lang="en-US" sz="2800" b="1"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b="1" spc="0" dirty="0">
                <a:effectLst/>
                <a:latin typeface="Times New Roman" panose="02020603050405020304" pitchFamily="18" charset="0"/>
                <a:ea typeface="Calibri" panose="020F0502020204030204" pitchFamily="34" charset="0"/>
                <a:cs typeface="Times New Roman" panose="02020603050405020304" pitchFamily="18" charset="0"/>
              </a:rPr>
              <a:t>STATEMENT</a:t>
            </a:r>
            <a:endParaRPr lang="en-IN" sz="2800" b="1" dirty="0"/>
          </a:p>
        </p:txBody>
      </p:sp>
      <p:sp>
        <p:nvSpPr>
          <p:cNvPr id="9" name="TextBox 8">
            <a:extLst>
              <a:ext uri="{FF2B5EF4-FFF2-40B4-BE49-F238E27FC236}">
                <a16:creationId xmlns:a16="http://schemas.microsoft.com/office/drawing/2014/main" xmlns="" id="{FCA89276-DD99-45F2-8B10-11923D49546E}"/>
              </a:ext>
            </a:extLst>
          </p:cNvPr>
          <p:cNvSpPr txBox="1"/>
          <p:nvPr/>
        </p:nvSpPr>
        <p:spPr>
          <a:xfrm>
            <a:off x="796413" y="1134978"/>
            <a:ext cx="10294375" cy="3985706"/>
          </a:xfrm>
          <a:prstGeom prst="rect">
            <a:avLst/>
          </a:prstGeom>
          <a:noFill/>
        </p:spPr>
        <p:txBody>
          <a:bodyPr wrap="square" rtlCol="0">
            <a:spAutoFit/>
          </a:bodyPr>
          <a:lstStyle/>
          <a:p>
            <a:pPr algn="just">
              <a:lnSpc>
                <a:spcPct val="150000"/>
              </a:lnSpc>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Depression is a major mental health issue affecting over 322 million people worldwide, contributing to significant emotional, social, and economic burdens. Traditional methods for diagnosing depression, such as clinical interviews and self-reported questionnaires, are subjective and time-consuming. EEG-based diagnosis provides objective insights into brain activity but is prone to human error due to the complexity of interpreting EEG signals. Thus, there is a critical need for an automated and accurate depression screening system using EEG signals.</a:t>
            </a:r>
          </a:p>
          <a:p>
            <a:endParaRPr lang="en-IN" sz="2200" dirty="0"/>
          </a:p>
        </p:txBody>
      </p:sp>
    </p:spTree>
    <p:extLst>
      <p:ext uri="{BB962C8B-B14F-4D97-AF65-F5344CB8AC3E}">
        <p14:creationId xmlns:p14="http://schemas.microsoft.com/office/powerpoint/2010/main" val="683805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06C66DB-22DA-4DA1-9E9D-E5B6E2A6873E}"/>
              </a:ext>
            </a:extLst>
          </p:cNvPr>
          <p:cNvSpPr txBox="1"/>
          <p:nvPr/>
        </p:nvSpPr>
        <p:spPr>
          <a:xfrm>
            <a:off x="2407765" y="413174"/>
            <a:ext cx="6572906" cy="523220"/>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 </a:t>
            </a:r>
            <a:endParaRPr lang="en-IN" sz="4000" b="1" dirty="0">
              <a:solidFill>
                <a:srgbClr val="0070C0"/>
              </a:solidFill>
              <a:latin typeface="Times New Roman" panose="02020603050405020304" pitchFamily="18" charset="0"/>
              <a:cs typeface="Times New Roman" panose="02020603050405020304" pitchFamily="18" charset="0"/>
            </a:endParaRPr>
          </a:p>
        </p:txBody>
      </p:sp>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5</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9DB49FF0-DD0A-4E85-B1B8-B76E864F7D19}"/>
              </a:ext>
            </a:extLst>
          </p:cNvPr>
          <p:cNvSpPr txBox="1"/>
          <p:nvPr/>
        </p:nvSpPr>
        <p:spPr>
          <a:xfrm>
            <a:off x="1097280" y="503327"/>
            <a:ext cx="8429274"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PURPOSE</a:t>
            </a:r>
          </a:p>
        </p:txBody>
      </p:sp>
      <p:sp>
        <p:nvSpPr>
          <p:cNvPr id="9" name="TextBox 8">
            <a:extLst>
              <a:ext uri="{FF2B5EF4-FFF2-40B4-BE49-F238E27FC236}">
                <a16:creationId xmlns:a16="http://schemas.microsoft.com/office/drawing/2014/main" xmlns="" id="{8743322B-5B08-41CC-9479-466C5D07ED2B}"/>
              </a:ext>
            </a:extLst>
          </p:cNvPr>
          <p:cNvSpPr txBox="1"/>
          <p:nvPr/>
        </p:nvSpPr>
        <p:spPr>
          <a:xfrm>
            <a:off x="1097281" y="1278756"/>
            <a:ext cx="9539618" cy="2970044"/>
          </a:xfrm>
          <a:prstGeom prst="rect">
            <a:avLst/>
          </a:prstGeom>
          <a:noFill/>
        </p:spPr>
        <p:txBody>
          <a:bodyPr wrap="square" rtlCol="0">
            <a:spAutoFit/>
          </a:bodyPr>
          <a:lstStyle/>
          <a:p>
            <a:pPr algn="just">
              <a:lnSpc>
                <a:spcPct val="150000"/>
              </a:lnSpc>
            </a:pPr>
            <a:r>
              <a:rPr lang="en-IN" sz="2200" dirty="0">
                <a:latin typeface="Times New Roman" panose="02020603050405020304" pitchFamily="18" charset="0"/>
                <a:cs typeface="Times New Roman" panose="02020603050405020304" pitchFamily="18" charset="0"/>
              </a:rPr>
              <a:t>A fully automated, intelligent screening system is proposed for detecting depression using electroencephalogram (EEG) signals. By leveraging a hybrid deep learning architecture that combines Convolutional Neural Networks (CNN) and Long Short-Term Memory (LSTM) networks, the system enhances diagnostic accuracy while minimizing human intervention and computational overhead.</a:t>
            </a:r>
          </a:p>
          <a:p>
            <a:endParaRPr lang="en-IN" sz="2200" dirty="0"/>
          </a:p>
        </p:txBody>
      </p:sp>
    </p:spTree>
    <p:extLst>
      <p:ext uri="{BB962C8B-B14F-4D97-AF65-F5344CB8AC3E}">
        <p14:creationId xmlns:p14="http://schemas.microsoft.com/office/powerpoint/2010/main" val="715567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06C66DB-22DA-4DA1-9E9D-E5B6E2A6873E}"/>
              </a:ext>
            </a:extLst>
          </p:cNvPr>
          <p:cNvSpPr txBox="1"/>
          <p:nvPr/>
        </p:nvSpPr>
        <p:spPr>
          <a:xfrm>
            <a:off x="2407765" y="413174"/>
            <a:ext cx="6572906" cy="523220"/>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 </a:t>
            </a:r>
            <a:endParaRPr lang="en-IN" sz="4000" b="1" dirty="0">
              <a:solidFill>
                <a:srgbClr val="0070C0"/>
              </a:solidFill>
              <a:latin typeface="Times New Roman" panose="02020603050405020304" pitchFamily="18" charset="0"/>
              <a:cs typeface="Times New Roman" panose="02020603050405020304" pitchFamily="18" charset="0"/>
            </a:endParaRPr>
          </a:p>
        </p:txBody>
      </p:sp>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6</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9FB7066A-5302-4DEE-B682-1D05FF89F48E}"/>
              </a:ext>
            </a:extLst>
          </p:cNvPr>
          <p:cNvSpPr txBox="1"/>
          <p:nvPr/>
        </p:nvSpPr>
        <p:spPr>
          <a:xfrm>
            <a:off x="1097280" y="413174"/>
            <a:ext cx="8578564"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SCOPE</a:t>
            </a:r>
          </a:p>
        </p:txBody>
      </p:sp>
      <p:sp>
        <p:nvSpPr>
          <p:cNvPr id="10" name="TextBox 9">
            <a:extLst>
              <a:ext uri="{FF2B5EF4-FFF2-40B4-BE49-F238E27FC236}">
                <a16:creationId xmlns:a16="http://schemas.microsoft.com/office/drawing/2014/main" xmlns="" id="{83E7436A-5D39-4DD2-A093-F19CBD5B2FF3}"/>
              </a:ext>
            </a:extLst>
          </p:cNvPr>
          <p:cNvSpPr txBox="1"/>
          <p:nvPr/>
        </p:nvSpPr>
        <p:spPr>
          <a:xfrm>
            <a:off x="979713" y="1111050"/>
            <a:ext cx="10232771" cy="3078535"/>
          </a:xfrm>
          <a:prstGeom prst="rect">
            <a:avLst/>
          </a:prstGeom>
          <a:noFill/>
        </p:spPr>
        <p:txBody>
          <a:bodyPr wrap="square" rtlCol="0">
            <a:spAutoFit/>
          </a:bodyPr>
          <a:lstStyle/>
          <a:p>
            <a:pPr algn="just">
              <a:lnSpc>
                <a:spcPct val="150000"/>
              </a:lnSpc>
            </a:pPr>
            <a:r>
              <a:rPr lang="en-US" sz="2200" dirty="0">
                <a:latin typeface="Times New Roman" panose="02020603050405020304" pitchFamily="18" charset="0"/>
                <a:cs typeface="Times New Roman" panose="02020603050405020304" pitchFamily="18" charset="0"/>
              </a:rPr>
              <a:t>An advanced diagnostic framework is developed to enable automated identification of depressive disorders using EEG signals. The solution encompasses the complete workflow, including EEG signal acquisition, preprocessing, feature extraction, model training, and performance evaluation. It is further integrated into a deployable architecture suitable for clinical environments and mental health screening platforms, ensuring reliability, scalability, and practical applicability.</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6827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7</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D2C67360-7FDE-48DE-9098-507480140E70}"/>
              </a:ext>
            </a:extLst>
          </p:cNvPr>
          <p:cNvSpPr txBox="1"/>
          <p:nvPr/>
        </p:nvSpPr>
        <p:spPr>
          <a:xfrm>
            <a:off x="802433" y="569167"/>
            <a:ext cx="9163052" cy="523220"/>
          </a:xfrm>
          <a:prstGeom prst="rect">
            <a:avLst/>
          </a:prstGeom>
          <a:noFill/>
        </p:spPr>
        <p:txBody>
          <a:bodyPr wrap="square" rtlCol="0">
            <a:spAutoFit/>
          </a:bodyPr>
          <a:lstStyle/>
          <a:p>
            <a:pPr marL="0" algn="ctr" rtl="0" eaLnBrk="1" latinLnBrk="0" hangingPunct="1"/>
            <a:r>
              <a:rPr lang="en-IN" sz="2800" b="1" kern="1200" dirty="0">
                <a:solidFill>
                  <a:srgbClr val="000000"/>
                </a:solidFill>
                <a:effectLst/>
                <a:latin typeface="Times New Roman" panose="02020603050405020304" pitchFamily="18" charset="0"/>
                <a:cs typeface="Times New Roman" panose="02020603050405020304" pitchFamily="18" charset="0"/>
              </a:rPr>
              <a:t>INTRODUCTION</a:t>
            </a:r>
            <a:endParaRPr lang="en-IN" sz="2800" dirty="0">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xmlns="" id="{343FCED9-6426-4A1E-947D-85EE3F4153E9}"/>
              </a:ext>
            </a:extLst>
          </p:cNvPr>
          <p:cNvSpPr txBox="1"/>
          <p:nvPr/>
        </p:nvSpPr>
        <p:spPr>
          <a:xfrm>
            <a:off x="933061" y="1250302"/>
            <a:ext cx="10279422" cy="4685471"/>
          </a:xfrm>
          <a:prstGeom prst="rect">
            <a:avLst/>
          </a:prstGeom>
          <a:noFill/>
        </p:spPr>
        <p:txBody>
          <a:bodyPr wrap="square" rtlCol="0">
            <a:spAutoFit/>
          </a:bodyPr>
          <a:lstStyle/>
          <a:p>
            <a:pPr algn="just">
              <a:lnSpc>
                <a:spcPct val="150000"/>
              </a:lnSpc>
            </a:pPr>
            <a:r>
              <a:rPr lang="en-US" sz="2200" dirty="0">
                <a:latin typeface="Times New Roman" panose="02020603050405020304" pitchFamily="18" charset="0"/>
                <a:cs typeface="Times New Roman" panose="02020603050405020304" pitchFamily="18" charset="0"/>
              </a:rPr>
              <a:t>Depression affects over 322 million people worldwide, with a higher incidence among females. Although it is a treatable condition, nearly half of the cases remain undiagnosed due to factors like limited awareness, insufficient resources, and incorrect diagnoses. EEG signals, being non-invasive and cost-effective, serve as valuable biomarkers for identifying neurological disorders, including depression. However, their complexity makes manual analysis challenging. To address this, the project proposes a hybrid LSTM-CNN model (</a:t>
            </a:r>
            <a:r>
              <a:rPr lang="en-US" sz="2200" dirty="0" err="1">
                <a:latin typeface="Times New Roman" panose="02020603050405020304" pitchFamily="18" charset="0"/>
                <a:cs typeface="Times New Roman" panose="02020603050405020304" pitchFamily="18" charset="0"/>
              </a:rPr>
              <a:t>DepHNN</a:t>
            </a:r>
            <a:r>
              <a:rPr lang="en-US" sz="2200" dirty="0">
                <a:latin typeface="Times New Roman" panose="02020603050405020304" pitchFamily="18" charset="0"/>
                <a:cs typeface="Times New Roman" panose="02020603050405020304" pitchFamily="18" charset="0"/>
              </a:rPr>
              <a:t>) for efficient and accurate detection of depression using EEG data.</a:t>
            </a:r>
          </a:p>
          <a:p>
            <a:pPr algn="just">
              <a:lnSpc>
                <a:spcPct val="150000"/>
              </a:lnSpc>
            </a:pPr>
            <a:endParaRPr lang="en-IN" sz="2200" dirty="0"/>
          </a:p>
        </p:txBody>
      </p:sp>
    </p:spTree>
    <p:extLst>
      <p:ext uri="{BB962C8B-B14F-4D97-AF65-F5344CB8AC3E}">
        <p14:creationId xmlns:p14="http://schemas.microsoft.com/office/powerpoint/2010/main" val="1286314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8</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OBJECTIVES</a:t>
            </a:r>
          </a:p>
        </p:txBody>
      </p:sp>
      <p:sp>
        <p:nvSpPr>
          <p:cNvPr id="9" name="TextBox 8">
            <a:extLst>
              <a:ext uri="{FF2B5EF4-FFF2-40B4-BE49-F238E27FC236}">
                <a16:creationId xmlns:a16="http://schemas.microsoft.com/office/drawing/2014/main" xmlns="" id="{97813525-4E4D-4C98-9A4B-6604AC22AEF6}"/>
              </a:ext>
            </a:extLst>
          </p:cNvPr>
          <p:cNvSpPr txBox="1"/>
          <p:nvPr/>
        </p:nvSpPr>
        <p:spPr>
          <a:xfrm>
            <a:off x="830425" y="1114116"/>
            <a:ext cx="10552922" cy="4493538"/>
          </a:xfrm>
          <a:prstGeom prst="rect">
            <a:avLst/>
          </a:prstGeom>
          <a:noFill/>
        </p:spPr>
        <p:txBody>
          <a:bodyPr wrap="square" rtlCol="0">
            <a:spAutoFit/>
          </a:bodyPr>
          <a:lstStyle/>
          <a:p>
            <a:pPr marL="457200" lvl="0" indent="-457200" algn="just" defTabSz="914400" eaLnBrk="0" fontAlgn="base" hangingPunct="0">
              <a:lnSpc>
                <a:spcPct val="150000"/>
              </a:lnSpc>
              <a:spcBef>
                <a:spcPct val="0"/>
              </a:spcBef>
              <a:spcAft>
                <a:spcPct val="0"/>
              </a:spcAft>
              <a:buFont typeface="+mj-lt"/>
              <a:buAutoNum type="arabicPeriod"/>
            </a:pPr>
            <a:r>
              <a:rPr lang="en-US" sz="2200" dirty="0">
                <a:latin typeface="Times New Roman" panose="02020603050405020304" pitchFamily="18" charset="0"/>
                <a:cs typeface="Times New Roman" panose="02020603050405020304" pitchFamily="18" charset="0"/>
              </a:rPr>
              <a:t>Develop a CNN-LSTM model for automated depression detection using EEG signals.</a:t>
            </a:r>
          </a:p>
          <a:p>
            <a:pPr marL="457200" lvl="0" indent="-457200" algn="just" defTabSz="914400" eaLnBrk="0" fontAlgn="base" hangingPunct="0">
              <a:lnSpc>
                <a:spcPct val="150000"/>
              </a:lnSpc>
              <a:spcBef>
                <a:spcPct val="0"/>
              </a:spcBef>
              <a:spcAft>
                <a:spcPct val="0"/>
              </a:spcAft>
              <a:buFont typeface="+mj-lt"/>
              <a:buAutoNum type="arabicPeriod"/>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adaptability using cross-validation and diverse datasets.</a:t>
            </a:r>
          </a:p>
          <a:p>
            <a:pPr marL="457200" lvl="0" indent="-457200" algn="just" defTabSz="914400" eaLnBrk="0" fontAlgn="base" hangingPunct="0">
              <a:lnSpc>
                <a:spcPct val="150000"/>
              </a:lnSpc>
              <a:spcBef>
                <a:spcPct val="0"/>
              </a:spcBef>
              <a:spcAft>
                <a:spcPct val="0"/>
              </a:spcAft>
              <a:buFont typeface="+mj-lt"/>
              <a:buAutoNum type="arabicPeriod"/>
            </a:pPr>
            <a:r>
              <a:rPr lang="en-US" sz="2200" dirty="0">
                <a:latin typeface="Times New Roman" panose="02020603050405020304" pitchFamily="18" charset="0"/>
                <a:cs typeface="Times New Roman" panose="02020603050405020304" pitchFamily="18" charset="0"/>
              </a:rPr>
              <a:t>Apply regularization techniques such as L2 regularization and adaptive learning rate optimization.</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0" indent="-457200" algn="just" defTabSz="914400" eaLnBrk="0" fontAlgn="base" hangingPunct="0">
              <a:lnSpc>
                <a:spcPct val="150000"/>
              </a:lnSpc>
              <a:spcBef>
                <a:spcPct val="0"/>
              </a:spcBef>
              <a:spcAft>
                <a:spcPct val="0"/>
              </a:spcAft>
              <a:buFont typeface="+mj-lt"/>
              <a:buAutoNum type="arabicPeriod"/>
            </a:pPr>
            <a:r>
              <a:rPr lang="en-US" sz="2200" dirty="0">
                <a:latin typeface="Times New Roman" panose="02020603050405020304" pitchFamily="18" charset="0"/>
                <a:cs typeface="Times New Roman" panose="02020603050405020304" pitchFamily="18" charset="0"/>
              </a:rPr>
              <a:t>Enhance model accuracy and generalization using dropout, data augmentation, and early stopping.</a:t>
            </a:r>
          </a:p>
          <a:p>
            <a:pPr marL="457200" lvl="0" indent="-457200" algn="just" defTabSz="914400" eaLnBrk="0" fontAlgn="base" hangingPunct="0">
              <a:lnSpc>
                <a:spcPct val="150000"/>
              </a:lnSpc>
              <a:spcBef>
                <a:spcPct val="0"/>
              </a:spcBef>
              <a:spcAft>
                <a:spcPct val="0"/>
              </a:spcAft>
              <a:buFont typeface="+mj-lt"/>
              <a:buAutoNum type="arabicPeriod"/>
            </a:pPr>
            <a:r>
              <a:rPr lang="en-US" sz="2200" dirty="0">
                <a:latin typeface="Times New Roman" panose="02020603050405020304" pitchFamily="18" charset="0"/>
                <a:cs typeface="Times New Roman" panose="02020603050405020304" pitchFamily="18" charset="0"/>
              </a:rPr>
              <a:t>Minimize computational complexity and latency to enable real-time depression screening on portable and cloud-based platforms.</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IN" sz="2200" dirty="0"/>
          </a:p>
        </p:txBody>
      </p:sp>
    </p:spTree>
    <p:extLst>
      <p:ext uri="{BB962C8B-B14F-4D97-AF65-F5344CB8AC3E}">
        <p14:creationId xmlns:p14="http://schemas.microsoft.com/office/powerpoint/2010/main" val="1806985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9</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xmlns="" id="{856D8572-185E-40AA-9639-D6A967243328}"/>
              </a:ext>
            </a:extLst>
          </p:cNvPr>
          <p:cNvSpPr txBox="1"/>
          <p:nvPr/>
        </p:nvSpPr>
        <p:spPr>
          <a:xfrm>
            <a:off x="410547" y="317241"/>
            <a:ext cx="9396318" cy="523220"/>
          </a:xfrm>
          <a:prstGeom prst="rect">
            <a:avLst/>
          </a:prstGeom>
          <a:noFill/>
        </p:spPr>
        <p:txBody>
          <a:bodyPr wrap="square" rtlCol="0">
            <a:spAutoFit/>
          </a:bodyPr>
          <a:lstStyle/>
          <a:p>
            <a:pPr algn="ctr"/>
            <a:r>
              <a:rPr lang="en-IN" sz="2800" b="1" dirty="0">
                <a:effectLst/>
                <a:latin typeface="Times New Roman" panose="02020603050405020304" pitchFamily="18" charset="0"/>
                <a:cs typeface="Times New Roman" panose="02020603050405020304" pitchFamily="18" charset="0"/>
              </a:rPr>
              <a:t>LITERATURE SURVEY</a:t>
            </a:r>
          </a:p>
        </p:txBody>
      </p:sp>
      <p:graphicFrame>
        <p:nvGraphicFramePr>
          <p:cNvPr id="10" name="Table 9">
            <a:extLst>
              <a:ext uri="{FF2B5EF4-FFF2-40B4-BE49-F238E27FC236}">
                <a16:creationId xmlns:a16="http://schemas.microsoft.com/office/drawing/2014/main" xmlns="" id="{FCEBE658-924C-4B67-A9AB-1E785AE5C1CA}"/>
              </a:ext>
            </a:extLst>
          </p:cNvPr>
          <p:cNvGraphicFramePr>
            <a:graphicFrameLocks noGrp="1"/>
          </p:cNvGraphicFramePr>
          <p:nvPr>
            <p:extLst>
              <p:ext uri="{D42A27DB-BD31-4B8C-83A1-F6EECF244321}">
                <p14:modId xmlns:p14="http://schemas.microsoft.com/office/powerpoint/2010/main" val="3054911596"/>
              </p:ext>
            </p:extLst>
          </p:nvPr>
        </p:nvGraphicFramePr>
        <p:xfrm>
          <a:off x="765110" y="1231249"/>
          <a:ext cx="10447374" cy="4669806"/>
        </p:xfrm>
        <a:graphic>
          <a:graphicData uri="http://schemas.openxmlformats.org/drawingml/2006/table">
            <a:tbl>
              <a:tblPr firstRow="1" firstCol="1" bandRow="1">
                <a:tableStyleId>{5C22544A-7EE6-4342-B048-85BDC9FD1C3A}</a:tableStyleId>
              </a:tblPr>
              <a:tblGrid>
                <a:gridCol w="1176279">
                  <a:extLst>
                    <a:ext uri="{9D8B030D-6E8A-4147-A177-3AD203B41FA5}">
                      <a16:colId xmlns:a16="http://schemas.microsoft.com/office/drawing/2014/main" xmlns="" val="206332539"/>
                    </a:ext>
                  </a:extLst>
                </a:gridCol>
                <a:gridCol w="2431047">
                  <a:extLst>
                    <a:ext uri="{9D8B030D-6E8A-4147-A177-3AD203B41FA5}">
                      <a16:colId xmlns:a16="http://schemas.microsoft.com/office/drawing/2014/main" xmlns="" val="2208247494"/>
                    </a:ext>
                  </a:extLst>
                </a:gridCol>
                <a:gridCol w="2307667">
                  <a:extLst>
                    <a:ext uri="{9D8B030D-6E8A-4147-A177-3AD203B41FA5}">
                      <a16:colId xmlns:a16="http://schemas.microsoft.com/office/drawing/2014/main" xmlns="" val="395735903"/>
                    </a:ext>
                  </a:extLst>
                </a:gridCol>
                <a:gridCol w="2330292">
                  <a:extLst>
                    <a:ext uri="{9D8B030D-6E8A-4147-A177-3AD203B41FA5}">
                      <a16:colId xmlns:a16="http://schemas.microsoft.com/office/drawing/2014/main" xmlns="" val="3463587110"/>
                    </a:ext>
                  </a:extLst>
                </a:gridCol>
                <a:gridCol w="2202089">
                  <a:extLst>
                    <a:ext uri="{9D8B030D-6E8A-4147-A177-3AD203B41FA5}">
                      <a16:colId xmlns:a16="http://schemas.microsoft.com/office/drawing/2014/main" xmlns="" val="4243959705"/>
                    </a:ext>
                  </a:extLst>
                </a:gridCol>
              </a:tblGrid>
              <a:tr h="482824">
                <a:tc>
                  <a:txBody>
                    <a:bodyPr/>
                    <a:lstStyle/>
                    <a:p>
                      <a:pPr algn="l">
                        <a:lnSpc>
                          <a:spcPct val="115000"/>
                        </a:lnSpc>
                        <a:spcAft>
                          <a:spcPts val="1000"/>
                        </a:spcAft>
                      </a:pPr>
                      <a:r>
                        <a:rPr lang="en-US" sz="1400" dirty="0">
                          <a:effectLst/>
                          <a:latin typeface="Times New Roman" panose="02020603050405020304" pitchFamily="18" charset="0"/>
                          <a:cs typeface="Times New Roman" panose="02020603050405020304" pitchFamily="18" charset="0"/>
                        </a:rPr>
                        <a:t>Author(s)</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gn="l">
                        <a:lnSpc>
                          <a:spcPct val="115000"/>
                        </a:lnSpc>
                        <a:spcAft>
                          <a:spcPts val="1000"/>
                        </a:spcAft>
                      </a:pPr>
                      <a:r>
                        <a:rPr lang="en-US" sz="1400" dirty="0">
                          <a:effectLst/>
                          <a:latin typeface="Times New Roman" panose="02020603050405020304" pitchFamily="18" charset="0"/>
                          <a:cs typeface="Times New Roman" panose="02020603050405020304" pitchFamily="18" charset="0"/>
                        </a:rPr>
                        <a:t>Research Paper Title</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gn="l">
                        <a:lnSpc>
                          <a:spcPct val="115000"/>
                        </a:lnSpc>
                        <a:spcAft>
                          <a:spcPts val="1000"/>
                        </a:spcAft>
                      </a:pPr>
                      <a:r>
                        <a:rPr lang="en-US" sz="1400" dirty="0">
                          <a:effectLst/>
                          <a:latin typeface="Times New Roman" panose="02020603050405020304" pitchFamily="18" charset="0"/>
                          <a:cs typeface="Times New Roman" panose="02020603050405020304" pitchFamily="18" charset="0"/>
                        </a:rPr>
                        <a:t>Advantages</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gn="l">
                        <a:lnSpc>
                          <a:spcPct val="115000"/>
                        </a:lnSpc>
                        <a:spcAft>
                          <a:spcPts val="1000"/>
                        </a:spcAft>
                      </a:pPr>
                      <a:r>
                        <a:rPr lang="en-US" sz="1400">
                          <a:effectLst/>
                          <a:latin typeface="Times New Roman" panose="02020603050405020304" pitchFamily="18" charset="0"/>
                          <a:cs typeface="Times New Roman" panose="02020603050405020304" pitchFamily="18" charset="0"/>
                        </a:rPr>
                        <a:t>Disadvantages</a:t>
                      </a:r>
                      <a:endParaRPr lang="en-IN" sz="140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gn="l">
                        <a:lnSpc>
                          <a:spcPct val="115000"/>
                        </a:lnSpc>
                        <a:spcAft>
                          <a:spcPts val="1000"/>
                        </a:spcAft>
                      </a:pPr>
                      <a:r>
                        <a:rPr lang="en-US" sz="1400" dirty="0">
                          <a:effectLst/>
                          <a:latin typeface="Times New Roman" panose="02020603050405020304" pitchFamily="18" charset="0"/>
                          <a:cs typeface="Times New Roman" panose="02020603050405020304" pitchFamily="18" charset="0"/>
                        </a:rPr>
                        <a:t>Implementation in Project</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extLst>
                  <a:ext uri="{0D108BD9-81ED-4DB2-BD59-A6C34878D82A}">
                    <a16:rowId xmlns:a16="http://schemas.microsoft.com/office/drawing/2014/main" xmlns="" val="662717970"/>
                  </a:ext>
                </a:extLst>
              </a:tr>
              <a:tr h="921364">
                <a:tc>
                  <a:txBody>
                    <a:bodyPr/>
                    <a:lstStyle/>
                    <a:p>
                      <a:pPr algn="l">
                        <a:lnSpc>
                          <a:spcPct val="115000"/>
                        </a:lnSpc>
                        <a:spcAft>
                          <a:spcPts val="1000"/>
                        </a:spcAft>
                      </a:pPr>
                      <a:r>
                        <a:rPr lang="en-US" sz="1400" dirty="0">
                          <a:effectLst/>
                          <a:latin typeface="Times New Roman" panose="02020603050405020304" pitchFamily="18" charset="0"/>
                          <a:cs typeface="Times New Roman" panose="02020603050405020304" pitchFamily="18" charset="0"/>
                        </a:rPr>
                        <a:t>A. Seal </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gn="l">
                        <a:lnSpc>
                          <a:spcPct val="115000"/>
                        </a:lnSpc>
                        <a:spcAft>
                          <a:spcPts val="1000"/>
                        </a:spcAft>
                      </a:pPr>
                      <a:r>
                        <a:rPr lang="en-US" sz="1400" dirty="0" err="1">
                          <a:effectLst/>
                          <a:latin typeface="Times New Roman" panose="02020603050405020304" pitchFamily="18" charset="0"/>
                          <a:cs typeface="Times New Roman" panose="02020603050405020304" pitchFamily="18" charset="0"/>
                        </a:rPr>
                        <a:t>DeprNet</a:t>
                      </a:r>
                      <a:r>
                        <a:rPr lang="en-US" sz="1400" dirty="0">
                          <a:effectLst/>
                          <a:latin typeface="Times New Roman" panose="02020603050405020304" pitchFamily="18" charset="0"/>
                          <a:cs typeface="Times New Roman" panose="02020603050405020304" pitchFamily="18" charset="0"/>
                        </a:rPr>
                        <a:t>: A Deep Convolution Neural Network Framework for Detecting Depression Using EEG</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gn="l">
                        <a:lnSpc>
                          <a:spcPct val="115000"/>
                        </a:lnSpc>
                        <a:spcAft>
                          <a:spcPts val="1000"/>
                        </a:spcAft>
                      </a:pPr>
                      <a:r>
                        <a:rPr lang="en-US" sz="1400">
                          <a:effectLst/>
                          <a:latin typeface="Times New Roman" panose="02020603050405020304" pitchFamily="18" charset="0"/>
                          <a:cs typeface="Times New Roman" panose="02020603050405020304" pitchFamily="18" charset="0"/>
                        </a:rPr>
                        <a:t>High accuracy with CNNs; Effective feature extraction</a:t>
                      </a:r>
                      <a:endParaRPr lang="en-IN" sz="140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gn="l">
                        <a:lnSpc>
                          <a:spcPct val="115000"/>
                        </a:lnSpc>
                        <a:spcAft>
                          <a:spcPts val="1000"/>
                        </a:spcAft>
                      </a:pPr>
                      <a:r>
                        <a:rPr lang="en-US" sz="1400">
                          <a:effectLst/>
                          <a:latin typeface="Times New Roman" panose="02020603050405020304" pitchFamily="18" charset="0"/>
                          <a:cs typeface="Times New Roman" panose="02020603050405020304" pitchFamily="18" charset="0"/>
                        </a:rPr>
                        <a:t>High model complexity; requires large training data</a:t>
                      </a:r>
                      <a:endParaRPr lang="en-IN" sz="140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gn="l">
                        <a:lnSpc>
                          <a:spcPct val="115000"/>
                        </a:lnSpc>
                        <a:spcAft>
                          <a:spcPts val="1000"/>
                        </a:spcAft>
                      </a:pPr>
                      <a:r>
                        <a:rPr lang="en-US" sz="1400" dirty="0">
                          <a:effectLst/>
                          <a:latin typeface="Times New Roman" panose="02020603050405020304" pitchFamily="18" charset="0"/>
                          <a:cs typeface="Times New Roman" panose="02020603050405020304" pitchFamily="18" charset="0"/>
                        </a:rPr>
                        <a:t>CNN-based feature extraction in </a:t>
                      </a:r>
                      <a:r>
                        <a:rPr lang="en-US" sz="1400" dirty="0" err="1">
                          <a:effectLst/>
                          <a:latin typeface="Times New Roman" panose="02020603050405020304" pitchFamily="18" charset="0"/>
                          <a:cs typeface="Times New Roman" panose="02020603050405020304" pitchFamily="18" charset="0"/>
                        </a:rPr>
                        <a:t>DepHNN</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extLst>
                  <a:ext uri="{0D108BD9-81ED-4DB2-BD59-A6C34878D82A}">
                    <a16:rowId xmlns:a16="http://schemas.microsoft.com/office/drawing/2014/main" xmlns="" val="3204238869"/>
                  </a:ext>
                </a:extLst>
              </a:tr>
              <a:tr h="1112740">
                <a:tc>
                  <a:txBody>
                    <a:bodyPr/>
                    <a:lstStyle/>
                    <a:p>
                      <a:pPr algn="l">
                        <a:lnSpc>
                          <a:spcPct val="115000"/>
                        </a:lnSpc>
                        <a:spcAft>
                          <a:spcPts val="1000"/>
                        </a:spcAft>
                      </a:pPr>
                      <a:r>
                        <a:rPr lang="en-US" sz="1400" dirty="0">
                          <a:effectLst/>
                          <a:latin typeface="Times New Roman" panose="02020603050405020304" pitchFamily="18" charset="0"/>
                          <a:cs typeface="Times New Roman" panose="02020603050405020304" pitchFamily="18" charset="0"/>
                        </a:rPr>
                        <a:t>Z. Wan </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gn="l">
                        <a:lnSpc>
                          <a:spcPct val="115000"/>
                        </a:lnSpc>
                        <a:spcAft>
                          <a:spcPts val="1000"/>
                        </a:spcAft>
                      </a:pPr>
                      <a:r>
                        <a:rPr lang="en-US" sz="1400" dirty="0" err="1">
                          <a:effectLst/>
                          <a:latin typeface="Times New Roman" panose="02020603050405020304" pitchFamily="18" charset="0"/>
                          <a:cs typeface="Times New Roman" panose="02020603050405020304" pitchFamily="18" charset="0"/>
                        </a:rPr>
                        <a:t>HybridEEGNet</a:t>
                      </a:r>
                      <a:r>
                        <a:rPr lang="en-US" sz="1400" dirty="0">
                          <a:effectLst/>
                          <a:latin typeface="Times New Roman" panose="02020603050405020304" pitchFamily="18" charset="0"/>
                          <a:cs typeface="Times New Roman" panose="02020603050405020304" pitchFamily="18" charset="0"/>
                        </a:rPr>
                        <a:t>: A Convolutional Neural Network for EEG Feature Learning and Depression Discrimination</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gn="l">
                        <a:lnSpc>
                          <a:spcPct val="115000"/>
                        </a:lnSpc>
                        <a:spcAft>
                          <a:spcPts val="1000"/>
                        </a:spcAft>
                      </a:pPr>
                      <a:r>
                        <a:rPr lang="en-US" sz="1400" dirty="0">
                          <a:effectLst/>
                          <a:latin typeface="Times New Roman" panose="02020603050405020304" pitchFamily="18" charset="0"/>
                          <a:cs typeface="Times New Roman" panose="02020603050405020304" pitchFamily="18" charset="0"/>
                        </a:rPr>
                        <a:t>CNN efficiently learns complex EEG features; Good generalization</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gn="l">
                        <a:lnSpc>
                          <a:spcPct val="115000"/>
                        </a:lnSpc>
                        <a:spcAft>
                          <a:spcPts val="1000"/>
                        </a:spcAft>
                      </a:pPr>
                      <a:r>
                        <a:rPr lang="en-US" sz="1400" dirty="0">
                          <a:effectLst/>
                          <a:latin typeface="Times New Roman" panose="02020603050405020304" pitchFamily="18" charset="0"/>
                          <a:cs typeface="Times New Roman" panose="02020603050405020304" pitchFamily="18" charset="0"/>
                        </a:rPr>
                        <a:t>Needs optimization for small datasets</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gn="l">
                        <a:lnSpc>
                          <a:spcPct val="115000"/>
                        </a:lnSpc>
                        <a:spcAft>
                          <a:spcPts val="1000"/>
                        </a:spcAft>
                      </a:pPr>
                      <a:r>
                        <a:rPr lang="en-US" sz="1400" dirty="0">
                          <a:effectLst/>
                          <a:latin typeface="Times New Roman" panose="02020603050405020304" pitchFamily="18" charset="0"/>
                          <a:cs typeface="Times New Roman" panose="02020603050405020304" pitchFamily="18" charset="0"/>
                        </a:rPr>
                        <a:t>Supports the hybrid model concept (CNN + sequence learning)</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extLst>
                  <a:ext uri="{0D108BD9-81ED-4DB2-BD59-A6C34878D82A}">
                    <a16:rowId xmlns:a16="http://schemas.microsoft.com/office/drawing/2014/main" xmlns="" val="3463128292"/>
                  </a:ext>
                </a:extLst>
              </a:tr>
              <a:tr h="1112740">
                <a:tc>
                  <a:txBody>
                    <a:bodyPr/>
                    <a:lstStyle/>
                    <a:p>
                      <a:pPr algn="l">
                        <a:lnSpc>
                          <a:spcPct val="115000"/>
                        </a:lnSpc>
                        <a:spcAft>
                          <a:spcPts val="1000"/>
                        </a:spcAft>
                      </a:pPr>
                      <a:r>
                        <a:rPr lang="en-US" sz="1400" dirty="0">
                          <a:effectLst/>
                          <a:latin typeface="Times New Roman" panose="02020603050405020304" pitchFamily="18" charset="0"/>
                          <a:cs typeface="Times New Roman" panose="02020603050405020304" pitchFamily="18" charset="0"/>
                        </a:rPr>
                        <a:t>S. Sun</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gn="l">
                        <a:lnSpc>
                          <a:spcPct val="115000"/>
                        </a:lnSpc>
                        <a:spcAft>
                          <a:spcPts val="1000"/>
                        </a:spcAft>
                      </a:pPr>
                      <a:r>
                        <a:rPr lang="en-US" sz="1400" dirty="0">
                          <a:effectLst/>
                          <a:latin typeface="Times New Roman" panose="02020603050405020304" pitchFamily="18" charset="0"/>
                          <a:cs typeface="Times New Roman" panose="02020603050405020304" pitchFamily="18" charset="0"/>
                        </a:rPr>
                        <a:t>EEG-Based Depression Recognition by Combining Functional Brain Network and Traditional Biomarkers</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gn="l">
                        <a:lnSpc>
                          <a:spcPct val="115000"/>
                        </a:lnSpc>
                        <a:spcAft>
                          <a:spcPts val="1000"/>
                        </a:spcAft>
                      </a:pPr>
                      <a:r>
                        <a:rPr lang="en-US" sz="1400" dirty="0">
                          <a:effectLst/>
                          <a:latin typeface="Times New Roman" panose="02020603050405020304" pitchFamily="18" charset="0"/>
                          <a:cs typeface="Times New Roman" panose="02020603050405020304" pitchFamily="18" charset="0"/>
                        </a:rPr>
                        <a:t>Enhances detection with connectivity features</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gn="l">
                        <a:lnSpc>
                          <a:spcPct val="115000"/>
                        </a:lnSpc>
                        <a:spcAft>
                          <a:spcPts val="1000"/>
                        </a:spcAft>
                      </a:pPr>
                      <a:r>
                        <a:rPr lang="en-US" sz="1400" dirty="0">
                          <a:effectLst/>
                          <a:latin typeface="Times New Roman" panose="02020603050405020304" pitchFamily="18" charset="0"/>
                          <a:cs typeface="Times New Roman" panose="02020603050405020304" pitchFamily="18" charset="0"/>
                        </a:rPr>
                        <a:t>Moderate performance; complex preprocessing needed</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gn="l">
                        <a:lnSpc>
                          <a:spcPct val="115000"/>
                        </a:lnSpc>
                        <a:spcAft>
                          <a:spcPts val="1000"/>
                        </a:spcAft>
                      </a:pPr>
                      <a:r>
                        <a:rPr lang="en-US" sz="1400" dirty="0">
                          <a:effectLst/>
                          <a:latin typeface="Times New Roman" panose="02020603050405020304" pitchFamily="18" charset="0"/>
                          <a:cs typeface="Times New Roman" panose="02020603050405020304" pitchFamily="18" charset="0"/>
                        </a:rPr>
                        <a:t>Highlights combination of local and global feature learning</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extLst>
                  <a:ext uri="{0D108BD9-81ED-4DB2-BD59-A6C34878D82A}">
                    <a16:rowId xmlns:a16="http://schemas.microsoft.com/office/drawing/2014/main" xmlns="" val="1724323655"/>
                  </a:ext>
                </a:extLst>
              </a:tr>
              <a:tr h="980046">
                <a:tc>
                  <a:txBody>
                    <a:bodyPr/>
                    <a:lstStyle/>
                    <a:p>
                      <a:pPr algn="l">
                        <a:lnSpc>
                          <a:spcPct val="115000"/>
                        </a:lnSpc>
                        <a:spcAft>
                          <a:spcPts val="1000"/>
                        </a:spcAft>
                      </a:pPr>
                      <a:r>
                        <a:rPr lang="en-US" sz="1400" dirty="0">
                          <a:effectLst/>
                          <a:latin typeface="Times New Roman" panose="02020603050405020304" pitchFamily="18" charset="0"/>
                          <a:cs typeface="Times New Roman" panose="02020603050405020304" pitchFamily="18" charset="0"/>
                        </a:rPr>
                        <a:t>A. </a:t>
                      </a:r>
                      <a:r>
                        <a:rPr lang="en-US" sz="1400" dirty="0" err="1">
                          <a:effectLst/>
                          <a:latin typeface="Times New Roman" panose="02020603050405020304" pitchFamily="18" charset="0"/>
                          <a:cs typeface="Times New Roman" panose="02020603050405020304" pitchFamily="18" charset="0"/>
                        </a:rPr>
                        <a:t>Sekhar</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gn="l">
                        <a:lnSpc>
                          <a:spcPct val="115000"/>
                        </a:lnSpc>
                        <a:spcAft>
                          <a:spcPts val="1000"/>
                        </a:spcAft>
                      </a:pPr>
                      <a:r>
                        <a:rPr lang="en-US" sz="1400" dirty="0">
                          <a:effectLst/>
                          <a:latin typeface="Times New Roman" panose="02020603050405020304" pitchFamily="18" charset="0"/>
                          <a:cs typeface="Times New Roman" panose="02020603050405020304" pitchFamily="18" charset="0"/>
                        </a:rPr>
                        <a:t>Performance Evaluation of LSTM Models in Detection of Depression from EEG Signals</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gn="l">
                        <a:lnSpc>
                          <a:spcPct val="115000"/>
                        </a:lnSpc>
                        <a:spcAft>
                          <a:spcPts val="1000"/>
                        </a:spcAft>
                      </a:pPr>
                      <a:r>
                        <a:rPr lang="en-US" sz="1400" dirty="0">
                          <a:effectLst/>
                          <a:latin typeface="Times New Roman" panose="02020603050405020304" pitchFamily="18" charset="0"/>
                          <a:cs typeface="Times New Roman" panose="02020603050405020304" pitchFamily="18" charset="0"/>
                        </a:rPr>
                        <a:t>LSTM captures sequential dependencies effectively</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gn="l">
                        <a:lnSpc>
                          <a:spcPct val="115000"/>
                        </a:lnSpc>
                        <a:spcAft>
                          <a:spcPts val="1000"/>
                        </a:spcAft>
                      </a:pPr>
                      <a:r>
                        <a:rPr lang="en-US" sz="1400" dirty="0">
                          <a:effectLst/>
                          <a:latin typeface="Times New Roman" panose="02020603050405020304" pitchFamily="18" charset="0"/>
                          <a:cs typeface="Times New Roman" panose="02020603050405020304" pitchFamily="18" charset="0"/>
                        </a:rPr>
                        <a:t>Needs careful tuning; high computational load</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tc>
                  <a:txBody>
                    <a:bodyPr/>
                    <a:lstStyle/>
                    <a:p>
                      <a:pPr algn="l">
                        <a:lnSpc>
                          <a:spcPct val="115000"/>
                        </a:lnSpc>
                        <a:spcAft>
                          <a:spcPts val="1000"/>
                        </a:spcAft>
                      </a:pPr>
                      <a:r>
                        <a:rPr lang="en-US" sz="1400" dirty="0">
                          <a:effectLst/>
                          <a:latin typeface="Times New Roman" panose="02020603050405020304" pitchFamily="18" charset="0"/>
                          <a:cs typeface="Times New Roman" panose="02020603050405020304" pitchFamily="18" charset="0"/>
                        </a:rPr>
                        <a:t>Justifies the use of LSTM layers in </a:t>
                      </a:r>
                      <a:r>
                        <a:rPr lang="en-US" sz="1400" dirty="0" err="1">
                          <a:effectLst/>
                          <a:latin typeface="Times New Roman" panose="02020603050405020304" pitchFamily="18" charset="0"/>
                          <a:cs typeface="Times New Roman" panose="02020603050405020304" pitchFamily="18" charset="0"/>
                        </a:rPr>
                        <a:t>DepHNN</a:t>
                      </a:r>
                      <a:endParaRPr lang="en-IN" sz="1400" dirty="0">
                        <a:effectLst/>
                        <a:latin typeface="Times New Roman" panose="02020603050405020304" pitchFamily="18" charset="0"/>
                        <a:ea typeface="MS Mincho"/>
                        <a:cs typeface="Times New Roman" panose="02020603050405020304" pitchFamily="18" charset="0"/>
                      </a:endParaRPr>
                    </a:p>
                  </a:txBody>
                  <a:tcPr marL="44719" marR="44719" marT="0" marB="0"/>
                </a:tc>
                <a:extLst>
                  <a:ext uri="{0D108BD9-81ED-4DB2-BD59-A6C34878D82A}">
                    <a16:rowId xmlns:a16="http://schemas.microsoft.com/office/drawing/2014/main" xmlns="" val="4001606442"/>
                  </a:ext>
                </a:extLst>
              </a:tr>
            </a:tbl>
          </a:graphicData>
        </a:graphic>
      </p:graphicFrame>
    </p:spTree>
    <p:extLst>
      <p:ext uri="{BB962C8B-B14F-4D97-AF65-F5344CB8AC3E}">
        <p14:creationId xmlns:p14="http://schemas.microsoft.com/office/powerpoint/2010/main" val="636117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10</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xmlns="" id="{9D2BD7F8-EB8D-48F1-8AA8-4E0A11D3A48F}"/>
              </a:ext>
            </a:extLst>
          </p:cNvPr>
          <p:cNvSpPr txBox="1"/>
          <p:nvPr/>
        </p:nvSpPr>
        <p:spPr>
          <a:xfrm>
            <a:off x="494522" y="503853"/>
            <a:ext cx="9405935"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EXISTING SYSTEM</a:t>
            </a:r>
            <a:endParaRPr lang="en-IN" sz="28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xmlns="" id="{0E337F0D-1304-4672-9C1E-4BBF4B5ABB6F}"/>
              </a:ext>
            </a:extLst>
          </p:cNvPr>
          <p:cNvSpPr txBox="1"/>
          <p:nvPr/>
        </p:nvSpPr>
        <p:spPr>
          <a:xfrm>
            <a:off x="849086" y="1114116"/>
            <a:ext cx="10189028" cy="4094198"/>
          </a:xfrm>
          <a:prstGeom prst="rect">
            <a:avLst/>
          </a:prstGeom>
          <a:noFill/>
        </p:spPr>
        <p:txBody>
          <a:bodyPr wrap="square">
            <a:spAutoFit/>
          </a:bodyPr>
          <a:lstStyle/>
          <a:p>
            <a:pPr algn="just">
              <a:lnSpc>
                <a:spcPct val="150000"/>
              </a:lnSpc>
            </a:pPr>
            <a:r>
              <a:rPr lang="en-US" sz="2200" dirty="0">
                <a:latin typeface="Times New Roman" panose="02020603050405020304" pitchFamily="18" charset="0"/>
                <a:cs typeface="Times New Roman" panose="02020603050405020304" pitchFamily="18" charset="0"/>
              </a:rPr>
              <a:t>Earlier systems used machine learning models like SVM, PNN, and Random Forest with manually extracted EEG features. This process was slow, required expert knowledge, and gave only moderate robustness, even though some models reached 98% accuracy. These systems often missed deeper brain patterns and did not generalize well. Deep learning improved performance by automating feature extraction. CNN models achieved around 93.5% accuracy, while CNN-LSTM models reached 97.66%. The </a:t>
            </a:r>
            <a:r>
              <a:rPr lang="en-US" sz="2200" dirty="0" err="1">
                <a:latin typeface="Times New Roman" panose="02020603050405020304" pitchFamily="18" charset="0"/>
                <a:cs typeface="Times New Roman" panose="02020603050405020304" pitchFamily="18" charset="0"/>
              </a:rPr>
              <a:t>DepHNN</a:t>
            </a:r>
            <a:r>
              <a:rPr lang="en-US" sz="2200" dirty="0">
                <a:latin typeface="Times New Roman" panose="02020603050405020304" pitchFamily="18" charset="0"/>
                <a:cs typeface="Times New Roman" panose="02020603050405020304" pitchFamily="18" charset="0"/>
              </a:rPr>
              <a:t> model combines CNN and LSTM and, using </a:t>
            </a:r>
            <a:r>
              <a:rPr lang="en-US" sz="2200" dirty="0" err="1">
                <a:latin typeface="Times New Roman" panose="02020603050405020304" pitchFamily="18" charset="0"/>
                <a:cs typeface="Times New Roman" panose="02020603050405020304" pitchFamily="18" charset="0"/>
              </a:rPr>
              <a:t>ReLU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softmax</a:t>
            </a:r>
            <a:r>
              <a:rPr lang="en-US" sz="2200" dirty="0">
                <a:latin typeface="Times New Roman" panose="02020603050405020304" pitchFamily="18" charset="0"/>
                <a:cs typeface="Times New Roman" panose="02020603050405020304" pitchFamily="18" charset="0"/>
              </a:rPr>
              <a:t>, windowing, and the Adam optimizer, achieves 99.1% accuracy with low computational complexity.</a:t>
            </a:r>
          </a:p>
        </p:txBody>
      </p:sp>
    </p:spTree>
    <p:extLst>
      <p:ext uri="{BB962C8B-B14F-4D97-AF65-F5344CB8AC3E}">
        <p14:creationId xmlns:p14="http://schemas.microsoft.com/office/powerpoint/2010/main" val="1040146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11</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xmlns="" id="{06B4DAFC-C870-4583-BE7E-283D3D282D1E}"/>
              </a:ext>
            </a:extLst>
          </p:cNvPr>
          <p:cNvSpPr txBox="1"/>
          <p:nvPr/>
        </p:nvSpPr>
        <p:spPr>
          <a:xfrm>
            <a:off x="251927" y="503853"/>
            <a:ext cx="9517224" cy="523220"/>
          </a:xfrm>
          <a:prstGeom prst="rect">
            <a:avLst/>
          </a:prstGeom>
          <a:noFill/>
        </p:spPr>
        <p:txBody>
          <a:bodyPr wrap="square" rtlCol="0">
            <a:spAutoFit/>
          </a:bodyPr>
          <a:lstStyle/>
          <a:p>
            <a:pPr algn="ctr"/>
            <a:r>
              <a:rPr lang="en-US" sz="2800" b="1" spc="-1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PROPOSED SYSTEM</a:t>
            </a:r>
            <a:endParaRPr lang="en-IN" sz="2800" dirty="0">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BB79BC8C-CA62-4857-9740-4C80413AB67A}"/>
              </a:ext>
            </a:extLst>
          </p:cNvPr>
          <p:cNvSpPr txBox="1"/>
          <p:nvPr/>
        </p:nvSpPr>
        <p:spPr>
          <a:xfrm>
            <a:off x="961053" y="1295473"/>
            <a:ext cx="10251430" cy="3586366"/>
          </a:xfrm>
          <a:prstGeom prst="rect">
            <a:avLst/>
          </a:prstGeom>
          <a:noFill/>
        </p:spPr>
        <p:txBody>
          <a:bodyPr wrap="square">
            <a:spAutoFit/>
          </a:bodyPr>
          <a:lstStyle/>
          <a:p>
            <a:pPr algn="just">
              <a:lnSpc>
                <a:spcPct val="150000"/>
              </a:lnSpc>
            </a:pPr>
            <a:r>
              <a:rPr lang="en-US" sz="2200" dirty="0" err="1">
                <a:latin typeface="Times New Roman" panose="02020603050405020304" pitchFamily="18" charset="0"/>
                <a:cs typeface="Times New Roman" panose="02020603050405020304" pitchFamily="18" charset="0"/>
              </a:rPr>
              <a:t>DepHNN</a:t>
            </a:r>
            <a:r>
              <a:rPr lang="en-US" sz="2200" dirty="0">
                <a:latin typeface="Times New Roman" panose="02020603050405020304" pitchFamily="18" charset="0"/>
                <a:cs typeface="Times New Roman" panose="02020603050405020304" pitchFamily="18" charset="0"/>
              </a:rPr>
              <a:t> is a hybrid deep learning model designed to classify EEG signals into depressed and non-depressed states. It processes raw EEG data directly, removing the need for manual feature extraction. A CNN layer learns spatial patterns across EEG channels, and two LSTM layers capture time-based changes in brain activity. Dropout is applied to reduce overfitting, while dense layers refine the learned features. A </a:t>
            </a:r>
            <a:r>
              <a:rPr lang="en-US" sz="2200" dirty="0" err="1">
                <a:latin typeface="Times New Roman" panose="02020603050405020304" pitchFamily="18" charset="0"/>
                <a:cs typeface="Times New Roman" panose="02020603050405020304" pitchFamily="18" charset="0"/>
              </a:rPr>
              <a:t>softmax</a:t>
            </a:r>
            <a:r>
              <a:rPr lang="en-US" sz="2200" dirty="0">
                <a:latin typeface="Times New Roman" panose="02020603050405020304" pitchFamily="18" charset="0"/>
                <a:cs typeface="Times New Roman" panose="02020603050405020304" pitchFamily="18" charset="0"/>
              </a:rPr>
              <a:t> layer finally classifies the signals into two categories. This approach offers an accurate, automated, and efficient solution for EEG-based depression detection.</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6253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12</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graphicFrame>
        <p:nvGraphicFramePr>
          <p:cNvPr id="2" name="Table 8">
            <a:extLst>
              <a:ext uri="{FF2B5EF4-FFF2-40B4-BE49-F238E27FC236}">
                <a16:creationId xmlns:a16="http://schemas.microsoft.com/office/drawing/2014/main" xmlns="" id="{9832297D-DF1C-4BC2-94D7-3E1E56722D79}"/>
              </a:ext>
            </a:extLst>
          </p:cNvPr>
          <p:cNvGraphicFramePr>
            <a:graphicFrameLocks noGrp="1"/>
          </p:cNvGraphicFramePr>
          <p:nvPr>
            <p:extLst>
              <p:ext uri="{D42A27DB-BD31-4B8C-83A1-F6EECF244321}">
                <p14:modId xmlns:p14="http://schemas.microsoft.com/office/powerpoint/2010/main" val="2234650674"/>
              </p:ext>
            </p:extLst>
          </p:nvPr>
        </p:nvGraphicFramePr>
        <p:xfrm>
          <a:off x="504139" y="1201157"/>
          <a:ext cx="11112474" cy="5029200"/>
        </p:xfrm>
        <a:graphic>
          <a:graphicData uri="http://schemas.openxmlformats.org/drawingml/2006/table">
            <a:tbl>
              <a:tblPr firstRow="1" bandRow="1">
                <a:tableStyleId>{5C22544A-7EE6-4342-B048-85BDC9FD1C3A}</a:tableStyleId>
              </a:tblPr>
              <a:tblGrid>
                <a:gridCol w="993087">
                  <a:extLst>
                    <a:ext uri="{9D8B030D-6E8A-4147-A177-3AD203B41FA5}">
                      <a16:colId xmlns:a16="http://schemas.microsoft.com/office/drawing/2014/main" xmlns="" val="852377818"/>
                    </a:ext>
                  </a:extLst>
                </a:gridCol>
                <a:gridCol w="4604783">
                  <a:extLst>
                    <a:ext uri="{9D8B030D-6E8A-4147-A177-3AD203B41FA5}">
                      <a16:colId xmlns:a16="http://schemas.microsoft.com/office/drawing/2014/main" xmlns="" val="3411673261"/>
                    </a:ext>
                  </a:extLst>
                </a:gridCol>
                <a:gridCol w="5514604">
                  <a:extLst>
                    <a:ext uri="{9D8B030D-6E8A-4147-A177-3AD203B41FA5}">
                      <a16:colId xmlns:a16="http://schemas.microsoft.com/office/drawing/2014/main" xmlns="" val="362874076"/>
                    </a:ext>
                  </a:extLst>
                </a:gridCol>
              </a:tblGrid>
              <a:tr h="524558">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SI.NO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effectLst/>
                          <a:latin typeface="Times New Roman" panose="02020603050405020304" pitchFamily="18" charset="0"/>
                          <a:cs typeface="Times New Roman" panose="02020603050405020304" pitchFamily="18" charset="0"/>
                        </a:rPr>
                        <a:t>Software Requirements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effectLst/>
                          <a:latin typeface="Times New Roman" panose="02020603050405020304" pitchFamily="18" charset="0"/>
                          <a:cs typeface="Times New Roman" panose="02020603050405020304" pitchFamily="18"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latin typeface="Times New Roman" panose="02020603050405020304" pitchFamily="18" charset="0"/>
                          <a:cs typeface="Times New Roman" panose="02020603050405020304" pitchFamily="18" charset="0"/>
                        </a:rPr>
                        <a:t>Hardware </a:t>
                      </a:r>
                      <a:r>
                        <a:rPr lang="en-IN" sz="1800" b="1" dirty="0">
                          <a:effectLst/>
                          <a:latin typeface="Times New Roman" panose="02020603050405020304" pitchFamily="18" charset="0"/>
                          <a:cs typeface="Times New Roman" panose="02020603050405020304" pitchFamily="18" charset="0"/>
                        </a:rPr>
                        <a:t>Requirements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3103318441"/>
                  </a:ext>
                </a:extLst>
              </a:tr>
              <a:tr h="524558">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1</a:t>
                      </a:r>
                    </a:p>
                  </a:txBody>
                  <a:tcPr/>
                </a:tc>
                <a:tc>
                  <a:txBody>
                    <a:bodyPr/>
                    <a:lstStyle/>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IN"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Operating System : </a:t>
                      </a:r>
                      <a:r>
                        <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Windows11 </a:t>
                      </a:r>
                    </a:p>
                  </a:txBody>
                  <a:tcPr/>
                </a:tc>
                <a:tc>
                  <a:txBody>
                    <a:bodyPr/>
                    <a:lstStyle/>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IN"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System : </a:t>
                      </a:r>
                      <a:r>
                        <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Intel i5 </a:t>
                      </a:r>
                    </a:p>
                  </a:txBody>
                  <a:tcPr/>
                </a:tc>
                <a:extLst>
                  <a:ext uri="{0D108BD9-81ED-4DB2-BD59-A6C34878D82A}">
                    <a16:rowId xmlns:a16="http://schemas.microsoft.com/office/drawing/2014/main" xmlns="" val="856507130"/>
                  </a:ext>
                </a:extLst>
              </a:tr>
              <a:tr h="524558">
                <a:tc>
                  <a:txBody>
                    <a:bodyPr/>
                    <a:lstStyle/>
                    <a:p>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2</a:t>
                      </a:r>
                    </a:p>
                  </a:txBody>
                  <a:tcPr/>
                </a:tc>
                <a:tc>
                  <a:txBody>
                    <a:bodyPr/>
                    <a:lstStyle/>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IN"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Coding Language : </a:t>
                      </a:r>
                      <a:r>
                        <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Python 3.10 </a:t>
                      </a:r>
                    </a:p>
                  </a:txBody>
                  <a:tcPr/>
                </a:tc>
                <a:tc>
                  <a:txBody>
                    <a:bodyPr/>
                    <a:lstStyle/>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pt-BR"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GPU : </a:t>
                      </a:r>
                      <a:r>
                        <a:rPr lang="pt-BR"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Minimum NVIDIA 4 GB VRAM </a:t>
                      </a:r>
                    </a:p>
                  </a:txBody>
                  <a:tcPr/>
                </a:tc>
                <a:extLst>
                  <a:ext uri="{0D108BD9-81ED-4DB2-BD59-A6C34878D82A}">
                    <a16:rowId xmlns:a16="http://schemas.microsoft.com/office/drawing/2014/main" xmlns="" val="608502367"/>
                  </a:ext>
                </a:extLst>
              </a:tr>
              <a:tr h="749368">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3</a:t>
                      </a:r>
                    </a:p>
                  </a:txBody>
                  <a:tcPr/>
                </a:tc>
                <a:tc>
                  <a:txBody>
                    <a:bodyPr/>
                    <a:lstStyle/>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IN"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Frontend Language : </a:t>
                      </a:r>
                      <a:r>
                        <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HTML5, CSS3, JavaScript (ES6+) </a:t>
                      </a:r>
                    </a:p>
                  </a:txBody>
                  <a:tcPr/>
                </a:tc>
                <a:tc>
                  <a:txBody>
                    <a:bodyPr/>
                    <a:lstStyle/>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IN"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Server : </a:t>
                      </a:r>
                      <a:r>
                        <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2-core CPU, 2-4 GB RAM </a:t>
                      </a:r>
                    </a:p>
                  </a:txBody>
                  <a:tcPr/>
                </a:tc>
                <a:extLst>
                  <a:ext uri="{0D108BD9-81ED-4DB2-BD59-A6C34878D82A}">
                    <a16:rowId xmlns:a16="http://schemas.microsoft.com/office/drawing/2014/main" xmlns="" val="2569900752"/>
                  </a:ext>
                </a:extLst>
              </a:tr>
              <a:tr h="749368">
                <a:tc>
                  <a:txBody>
                    <a:bodyPr/>
                    <a:lstStyle/>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4</a:t>
                      </a:r>
                    </a:p>
                  </a:txBody>
                  <a:tcPr/>
                </a:tc>
                <a:tc>
                  <a:txBody>
                    <a:bodyPr/>
                    <a:lstStyle/>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IN"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Backend Language </a:t>
                      </a:r>
                      <a:r>
                        <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 Django, SQLite </a:t>
                      </a:r>
                    </a:p>
                  </a:txBody>
                  <a:tcPr/>
                </a:tc>
                <a:tc>
                  <a:txBody>
                    <a:bodyPr/>
                    <a:lstStyle/>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US"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Input Devices : </a:t>
                      </a:r>
                      <a:r>
                        <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Any modern computer with a web browser .</a:t>
                      </a:r>
                    </a:p>
                  </a:txBody>
                  <a:tcPr/>
                </a:tc>
                <a:extLst>
                  <a:ext uri="{0D108BD9-81ED-4DB2-BD59-A6C34878D82A}">
                    <a16:rowId xmlns:a16="http://schemas.microsoft.com/office/drawing/2014/main" xmlns="" val="3278710534"/>
                  </a:ext>
                </a:extLst>
              </a:tr>
              <a:tr h="564429">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5</a:t>
                      </a:r>
                    </a:p>
                  </a:txBody>
                  <a:tcPr/>
                </a:tc>
                <a:tc>
                  <a:txBody>
                    <a:bodyPr/>
                    <a:lstStyle/>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IN"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Tools : </a:t>
                      </a:r>
                      <a:r>
                        <a:rPr lang="en-IN" sz="1800" b="0" i="0" u="none" strike="noStrike" kern="1200" baseline="0" dirty="0" err="1">
                          <a:solidFill>
                            <a:schemeClr val="dk1"/>
                          </a:solidFill>
                          <a:latin typeface="Times New Roman" panose="02020603050405020304" pitchFamily="18" charset="0"/>
                          <a:ea typeface="+mn-ea"/>
                          <a:cs typeface="Times New Roman" panose="02020603050405020304" pitchFamily="18" charset="0"/>
                        </a:rPr>
                        <a:t>Keras</a:t>
                      </a:r>
                      <a:r>
                        <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 TensorFlow ,SciPy, MNE-Python </a:t>
                      </a:r>
                    </a:p>
                  </a:txBody>
                  <a:tcPr/>
                </a:tc>
                <a:tc>
                  <a:txBody>
                    <a:bodyPr/>
                    <a:lstStyle/>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IN"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Ram : </a:t>
                      </a:r>
                      <a:r>
                        <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8 GB </a:t>
                      </a:r>
                    </a:p>
                  </a:txBody>
                  <a:tcPr/>
                </a:tc>
                <a:extLst>
                  <a:ext uri="{0D108BD9-81ED-4DB2-BD59-A6C34878D82A}">
                    <a16:rowId xmlns:a16="http://schemas.microsoft.com/office/drawing/2014/main" xmlns="" val="303939698"/>
                  </a:ext>
                </a:extLst>
              </a:tr>
              <a:tr h="564429">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6</a:t>
                      </a:r>
                    </a:p>
                  </a:txBody>
                  <a:tcPr/>
                </a:tc>
                <a:tc>
                  <a:txBody>
                    <a:bodyPr/>
                    <a:lstStyle/>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US"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Visualization : </a:t>
                      </a:r>
                      <a:r>
                        <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Chart.js, Matplotlib , Seaborn </a:t>
                      </a:r>
                    </a:p>
                  </a:txBody>
                  <a:tcPr/>
                </a:tc>
                <a:tc>
                  <a:txBody>
                    <a:bodyPr/>
                    <a:lstStyle/>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xmlns="" val="2177374539"/>
                  </a:ext>
                </a:extLst>
              </a:tr>
            </a:tbl>
          </a:graphicData>
        </a:graphic>
      </p:graphicFrame>
      <p:sp>
        <p:nvSpPr>
          <p:cNvPr id="9" name="TextBox 8">
            <a:extLst>
              <a:ext uri="{FF2B5EF4-FFF2-40B4-BE49-F238E27FC236}">
                <a16:creationId xmlns:a16="http://schemas.microsoft.com/office/drawing/2014/main" xmlns="" id="{F630C500-2E84-4B84-AAC0-A19C2C98522F}"/>
              </a:ext>
            </a:extLst>
          </p:cNvPr>
          <p:cNvSpPr txBox="1"/>
          <p:nvPr/>
        </p:nvSpPr>
        <p:spPr>
          <a:xfrm>
            <a:off x="340016" y="477962"/>
            <a:ext cx="9396318" cy="830997"/>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SYSTEM REQUIREMENT AND SPECIFICATIONS </a:t>
            </a:r>
            <a:endParaRPr lang="en-IN" sz="2400" b="1" dirty="0">
              <a:latin typeface="Times New Roman" panose="02020603050405020304" pitchFamily="18" charset="0"/>
              <a:ea typeface="Calibri" panose="020F0502020204030204" pitchFamily="34" charset="0"/>
              <a:cs typeface="Times New Roman" panose="02020603050405020304" pitchFamily="18" charset="0"/>
            </a:endParaRPr>
          </a:p>
          <a:p>
            <a:pPr algn="ctr"/>
            <a:r>
              <a:rPr lang="en-IN" sz="2400" b="1" dirty="0">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775792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13</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D2C67360-7FDE-48DE-9098-507480140E70}"/>
              </a:ext>
            </a:extLst>
          </p:cNvPr>
          <p:cNvSpPr txBox="1"/>
          <p:nvPr/>
        </p:nvSpPr>
        <p:spPr>
          <a:xfrm>
            <a:off x="508000" y="256349"/>
            <a:ext cx="9457485" cy="523220"/>
          </a:xfrm>
          <a:prstGeom prst="rect">
            <a:avLst/>
          </a:prstGeom>
          <a:noFill/>
        </p:spPr>
        <p:txBody>
          <a:bodyPr wrap="square" rtlCol="0">
            <a:spAutoFit/>
          </a:bodyPr>
          <a:lstStyle/>
          <a:p>
            <a:pPr algn="ctr"/>
            <a:r>
              <a:rPr lang="en-US" sz="2800" b="1" spc="-10" dirty="0">
                <a:latin typeface="Times New Roman" panose="02020603050405020304" pitchFamily="18" charset="0"/>
                <a:ea typeface="Calibri" panose="020F0502020204030204" pitchFamily="34" charset="0"/>
                <a:cs typeface="Times New Roman" panose="02020603050405020304" pitchFamily="18" charset="0"/>
              </a:rPr>
              <a:t>DESIGN AND ARCHITECTURE</a:t>
            </a:r>
          </a:p>
        </p:txBody>
      </p:sp>
      <p:sp>
        <p:nvSpPr>
          <p:cNvPr id="2" name="TextBox 1">
            <a:extLst>
              <a:ext uri="{FF2B5EF4-FFF2-40B4-BE49-F238E27FC236}">
                <a16:creationId xmlns:a16="http://schemas.microsoft.com/office/drawing/2014/main" xmlns="" id="{62346646-5F10-42F1-AA72-4EC2AF6BF0A7}"/>
              </a:ext>
            </a:extLst>
          </p:cNvPr>
          <p:cNvSpPr txBox="1"/>
          <p:nvPr/>
        </p:nvSpPr>
        <p:spPr>
          <a:xfrm rot="10800000" flipV="1">
            <a:off x="961494" y="1065269"/>
            <a:ext cx="8938964" cy="430887"/>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MODEL ARCHITECTURE</a:t>
            </a:r>
          </a:p>
        </p:txBody>
      </p:sp>
      <p:pic>
        <p:nvPicPr>
          <p:cNvPr id="11" name="Picture 10">
            <a:extLst>
              <a:ext uri="{FF2B5EF4-FFF2-40B4-BE49-F238E27FC236}">
                <a16:creationId xmlns:a16="http://schemas.microsoft.com/office/drawing/2014/main" xmlns="" id="{84B92D6E-BC22-34F7-0B32-46FCD1A22F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9227" y="1519361"/>
            <a:ext cx="5401429" cy="4544329"/>
          </a:xfrm>
          <a:prstGeom prst="rect">
            <a:avLst/>
          </a:prstGeom>
        </p:spPr>
      </p:pic>
    </p:spTree>
    <p:extLst>
      <p:ext uri="{BB962C8B-B14F-4D97-AF65-F5344CB8AC3E}">
        <p14:creationId xmlns:p14="http://schemas.microsoft.com/office/powerpoint/2010/main" val="3472655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14</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pic>
        <p:nvPicPr>
          <p:cNvPr id="9" name="Picture 2">
            <a:extLst>
              <a:ext uri="{FF2B5EF4-FFF2-40B4-BE49-F238E27FC236}">
                <a16:creationId xmlns:a16="http://schemas.microsoft.com/office/drawing/2014/main" xmlns="" id="{DB7603DE-AEB0-497B-A35E-F798753395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634" y="1428290"/>
            <a:ext cx="6156460" cy="4329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xmlns="" id="{57368456-FE00-4348-8BB5-5F8D28C33866}"/>
              </a:ext>
            </a:extLst>
          </p:cNvPr>
          <p:cNvSpPr txBox="1"/>
          <p:nvPr/>
        </p:nvSpPr>
        <p:spPr>
          <a:xfrm>
            <a:off x="644924" y="510144"/>
            <a:ext cx="9255534"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LSTM ARCHITECTURE</a:t>
            </a:r>
          </a:p>
        </p:txBody>
      </p:sp>
    </p:spTree>
    <p:extLst>
      <p:ext uri="{BB962C8B-B14F-4D97-AF65-F5344CB8AC3E}">
        <p14:creationId xmlns:p14="http://schemas.microsoft.com/office/powerpoint/2010/main" val="765688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15</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pic>
        <p:nvPicPr>
          <p:cNvPr id="10" name="Picture 9" descr="C:\Users\chara\AppData\Local\Packages\5319275A.WhatsAppDesktop_cv1g1gvanyjgm\TempState\82AAFCA3E03771835C2E1ACB19FDE2D4\WhatsApp Image 2025-05-30 at 10.06.34_c239edf2.jpg">
            <a:extLst>
              <a:ext uri="{FF2B5EF4-FFF2-40B4-BE49-F238E27FC236}">
                <a16:creationId xmlns:a16="http://schemas.microsoft.com/office/drawing/2014/main" xmlns="" id="{D743D10E-28C1-4E87-9580-4F3712ECEAA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379434" y="1295473"/>
            <a:ext cx="9215120" cy="3823653"/>
          </a:xfrm>
          <a:prstGeom prst="rect">
            <a:avLst/>
          </a:prstGeom>
          <a:noFill/>
          <a:ln>
            <a:noFill/>
          </a:ln>
        </p:spPr>
      </p:pic>
      <p:sp>
        <p:nvSpPr>
          <p:cNvPr id="11" name="TextBox 10">
            <a:extLst>
              <a:ext uri="{FF2B5EF4-FFF2-40B4-BE49-F238E27FC236}">
                <a16:creationId xmlns:a16="http://schemas.microsoft.com/office/drawing/2014/main" xmlns="" id="{FC82B180-BF6D-4C34-B16C-C9D29EE7D565}"/>
              </a:ext>
            </a:extLst>
          </p:cNvPr>
          <p:cNvSpPr txBox="1"/>
          <p:nvPr/>
        </p:nvSpPr>
        <p:spPr>
          <a:xfrm>
            <a:off x="354563" y="503853"/>
            <a:ext cx="9545895"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FLOW CHART</a:t>
            </a:r>
          </a:p>
        </p:txBody>
      </p:sp>
    </p:spTree>
    <p:extLst>
      <p:ext uri="{BB962C8B-B14F-4D97-AF65-F5344CB8AC3E}">
        <p14:creationId xmlns:p14="http://schemas.microsoft.com/office/powerpoint/2010/main" val="2603130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16</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xmlns="" id="{1914BC09-B2FF-48AC-9916-9D08AA92A79F}"/>
              </a:ext>
            </a:extLst>
          </p:cNvPr>
          <p:cNvSpPr txBox="1"/>
          <p:nvPr/>
        </p:nvSpPr>
        <p:spPr>
          <a:xfrm>
            <a:off x="453292" y="328247"/>
            <a:ext cx="9512193"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USE CASE DIAGRAM</a:t>
            </a:r>
            <a:r>
              <a:rPr lang="en-IN" sz="2000" b="1" dirty="0">
                <a:latin typeface="Times New Roman" panose="02020603050405020304" pitchFamily="18" charset="0"/>
                <a:cs typeface="Times New Roman" panose="02020603050405020304" pitchFamily="18" charset="0"/>
              </a:rPr>
              <a:t>:</a:t>
            </a:r>
          </a:p>
        </p:txBody>
      </p:sp>
      <p:pic>
        <p:nvPicPr>
          <p:cNvPr id="16" name="Picture 15">
            <a:extLst>
              <a:ext uri="{FF2B5EF4-FFF2-40B4-BE49-F238E27FC236}">
                <a16:creationId xmlns:a16="http://schemas.microsoft.com/office/drawing/2014/main" xmlns="" id="{7E568ED6-4F00-4764-8439-20A8BA052B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8824" y="965518"/>
            <a:ext cx="6746032" cy="4793229"/>
          </a:xfrm>
          <a:prstGeom prst="rect">
            <a:avLst/>
          </a:prstGeom>
        </p:spPr>
      </p:pic>
    </p:spTree>
    <p:extLst>
      <p:ext uri="{BB962C8B-B14F-4D97-AF65-F5344CB8AC3E}">
        <p14:creationId xmlns:p14="http://schemas.microsoft.com/office/powerpoint/2010/main" val="31823116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17</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xmlns="" id="{C2D16AC1-E299-4C53-8A7B-1E7EACDD6F9B}"/>
              </a:ext>
            </a:extLst>
          </p:cNvPr>
          <p:cNvSpPr txBox="1"/>
          <p:nvPr/>
        </p:nvSpPr>
        <p:spPr>
          <a:xfrm>
            <a:off x="555119" y="247048"/>
            <a:ext cx="9345339"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ACTIVITY DIAGRAM</a:t>
            </a:r>
          </a:p>
        </p:txBody>
      </p:sp>
      <p:pic>
        <p:nvPicPr>
          <p:cNvPr id="11" name="Picture 10">
            <a:extLst>
              <a:ext uri="{FF2B5EF4-FFF2-40B4-BE49-F238E27FC236}">
                <a16:creationId xmlns:a16="http://schemas.microsoft.com/office/drawing/2014/main" xmlns="" id="{67717835-7DC6-41C5-855E-7D291CD6AF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2065" y="761752"/>
            <a:ext cx="7838393" cy="5447491"/>
          </a:xfrm>
          <a:prstGeom prst="rect">
            <a:avLst/>
          </a:prstGeom>
        </p:spPr>
      </p:pic>
    </p:spTree>
    <p:extLst>
      <p:ext uri="{BB962C8B-B14F-4D97-AF65-F5344CB8AC3E}">
        <p14:creationId xmlns:p14="http://schemas.microsoft.com/office/powerpoint/2010/main" val="2088603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18</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xmlns="" id="{5C4BF44B-2DE7-4158-8442-D546F63A4A7E}"/>
              </a:ext>
            </a:extLst>
          </p:cNvPr>
          <p:cNvSpPr txBox="1"/>
          <p:nvPr/>
        </p:nvSpPr>
        <p:spPr>
          <a:xfrm>
            <a:off x="317240" y="393824"/>
            <a:ext cx="9583217"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SEQUENCE DIAGRAM</a:t>
            </a:r>
          </a:p>
        </p:txBody>
      </p:sp>
      <p:pic>
        <p:nvPicPr>
          <p:cNvPr id="10" name="Picture 9">
            <a:extLst>
              <a:ext uri="{FF2B5EF4-FFF2-40B4-BE49-F238E27FC236}">
                <a16:creationId xmlns:a16="http://schemas.microsoft.com/office/drawing/2014/main" xmlns="" id="{31960336-1A8D-47CC-9ACC-3D4FE974AF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763" y="1224145"/>
            <a:ext cx="10670624" cy="4895668"/>
          </a:xfrm>
          <a:prstGeom prst="rect">
            <a:avLst/>
          </a:prstGeom>
        </p:spPr>
      </p:pic>
    </p:spTree>
    <p:extLst>
      <p:ext uri="{BB962C8B-B14F-4D97-AF65-F5344CB8AC3E}">
        <p14:creationId xmlns:p14="http://schemas.microsoft.com/office/powerpoint/2010/main" val="11186901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19</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xmlns="" id="{57615E04-DA0F-4F47-B389-82DC5FCC98D1}"/>
              </a:ext>
            </a:extLst>
          </p:cNvPr>
          <p:cNvSpPr txBox="1"/>
          <p:nvPr/>
        </p:nvSpPr>
        <p:spPr>
          <a:xfrm>
            <a:off x="363894" y="416811"/>
            <a:ext cx="8782438"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MODULES SPLIT-UP</a:t>
            </a:r>
          </a:p>
        </p:txBody>
      </p:sp>
      <p:sp>
        <p:nvSpPr>
          <p:cNvPr id="11" name="TextBox 10">
            <a:extLst>
              <a:ext uri="{FF2B5EF4-FFF2-40B4-BE49-F238E27FC236}">
                <a16:creationId xmlns:a16="http://schemas.microsoft.com/office/drawing/2014/main" xmlns="" id="{870E4235-E399-448A-8A03-7689A8793D62}"/>
              </a:ext>
            </a:extLst>
          </p:cNvPr>
          <p:cNvSpPr txBox="1"/>
          <p:nvPr/>
        </p:nvSpPr>
        <p:spPr>
          <a:xfrm>
            <a:off x="1240971" y="1455576"/>
            <a:ext cx="7905361" cy="2345322"/>
          </a:xfrm>
          <a:prstGeom prst="rect">
            <a:avLst/>
          </a:prstGeom>
          <a:noFill/>
        </p:spPr>
        <p:txBody>
          <a:bodyPr wrap="square">
            <a:spAutoFit/>
          </a:bodyPr>
          <a:lstStyle/>
          <a:p>
            <a:pPr lvl="0" defTabSz="914400" eaLnBrk="0" fontAlgn="base" hangingPunct="0">
              <a:lnSpc>
                <a:spcPct val="150000"/>
              </a:lnSpc>
              <a:spcBef>
                <a:spcPct val="0"/>
              </a:spcBef>
              <a:spcAft>
                <a:spcPct val="0"/>
              </a:spcAft>
            </a:pPr>
            <a:r>
              <a:rPr lang="en-US" altLang="en-US" sz="2000" b="1" dirty="0">
                <a:latin typeface="Times New Roman" panose="02020603050405020304" pitchFamily="18" charset="0"/>
                <a:cs typeface="Times New Roman" panose="02020603050405020304" pitchFamily="18" charset="0"/>
              </a:rPr>
              <a:t>LIST OF MODULES</a:t>
            </a:r>
          </a:p>
          <a:p>
            <a:pPr marL="342900" indent="-342900" defTabSz="914400" eaLnBrk="0" fontAlgn="base" hangingPunct="0">
              <a:lnSpc>
                <a:spcPct val="150000"/>
              </a:lnSpc>
              <a:spcBef>
                <a:spcPct val="0"/>
              </a:spcBef>
              <a:spcAft>
                <a:spcPct val="0"/>
              </a:spcAft>
              <a:buFont typeface="+mj-lt"/>
              <a:buAutoNum type="arabicPeriod"/>
            </a:pPr>
            <a:r>
              <a:rPr lang="en-IN" sz="2000" dirty="0">
                <a:latin typeface="Times New Roman" panose="02020603050405020304" pitchFamily="18" charset="0"/>
                <a:cs typeface="Times New Roman" panose="02020603050405020304" pitchFamily="18" charset="0"/>
              </a:rPr>
              <a:t>CNN (Convolutional Neural Network)</a:t>
            </a:r>
          </a:p>
          <a:p>
            <a:pPr marL="342900" indent="-342900" defTabSz="914400" eaLnBrk="0" fontAlgn="base" hangingPunct="0">
              <a:lnSpc>
                <a:spcPct val="150000"/>
              </a:lnSpc>
              <a:spcBef>
                <a:spcPct val="0"/>
              </a:spcBef>
              <a:spcAft>
                <a:spcPct val="0"/>
              </a:spcAft>
              <a:buFont typeface="+mj-lt"/>
              <a:buAutoNum type="arabicPeriod"/>
            </a:pPr>
            <a:r>
              <a:rPr lang="en-IN" sz="2000" dirty="0">
                <a:latin typeface="Times New Roman" panose="02020603050405020304" pitchFamily="18" charset="0"/>
                <a:cs typeface="Times New Roman" panose="02020603050405020304" pitchFamily="18" charset="0"/>
              </a:rPr>
              <a:t>LSTM (Long Short-Term Memory)</a:t>
            </a:r>
          </a:p>
          <a:p>
            <a:pPr marL="342900" lvl="0" indent="-342900" defTabSz="914400" eaLnBrk="0" fontAlgn="base" hangingPunct="0">
              <a:lnSpc>
                <a:spcPct val="150000"/>
              </a:lnSpc>
              <a:spcBef>
                <a:spcPct val="0"/>
              </a:spcBef>
              <a:spcAft>
                <a:spcPct val="0"/>
              </a:spcAft>
              <a:buFont typeface="+mj-lt"/>
              <a:buAutoNum type="arabicPeriod"/>
            </a:pPr>
            <a:r>
              <a:rPr lang="en-IN" sz="2000" dirty="0">
                <a:latin typeface="Times New Roman" panose="02020603050405020304" pitchFamily="18" charset="0"/>
                <a:cs typeface="Times New Roman" panose="02020603050405020304" pitchFamily="18" charset="0"/>
              </a:rPr>
              <a:t>ReLU (Rectified Linear Unit)</a:t>
            </a:r>
          </a:p>
          <a:p>
            <a:pPr marL="342900" indent="-342900" defTabSz="914400" eaLnBrk="0" fontAlgn="base" hangingPunct="0">
              <a:lnSpc>
                <a:spcPct val="150000"/>
              </a:lnSpc>
              <a:spcBef>
                <a:spcPct val="0"/>
              </a:spcBef>
              <a:spcAft>
                <a:spcPct val="0"/>
              </a:spcAft>
              <a:buFont typeface="+mj-lt"/>
              <a:buAutoNum type="arabicPeriod"/>
            </a:pPr>
            <a:r>
              <a:rPr lang="en-IN" sz="2000" dirty="0" err="1">
                <a:latin typeface="Times New Roman" panose="02020603050405020304" pitchFamily="18" charset="0"/>
                <a:cs typeface="Times New Roman" panose="02020603050405020304" pitchFamily="18" charset="0"/>
              </a:rPr>
              <a:t>Softmax</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2546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5328651-2618-4120-BBDA-5FD4863C9192}"/>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BEAF86FC-629C-4D9F-B93C-F14174626AF7}"/>
              </a:ext>
            </a:extLst>
          </p:cNvPr>
          <p:cNvSpPr>
            <a:spLocks noGrp="1"/>
          </p:cNvSpPr>
          <p:nvPr>
            <p:ph type="ftr" sz="quarter" idx="11"/>
          </p:nvPr>
        </p:nvSpPr>
        <p:spPr>
          <a:xfrm>
            <a:off x="3686185" y="6459785"/>
            <a:ext cx="4822804" cy="365125"/>
          </a:xfrm>
        </p:spPr>
        <p:txBody>
          <a:bodyPr/>
          <a:lstStyle/>
          <a:p>
            <a:r>
              <a:rPr lang="en-IN"/>
              <a:t>2025-26</a:t>
            </a:r>
          </a:p>
        </p:txBody>
      </p:sp>
      <p:sp>
        <p:nvSpPr>
          <p:cNvPr id="4" name="Slide Number Placeholder 3">
            <a:extLst>
              <a:ext uri="{FF2B5EF4-FFF2-40B4-BE49-F238E27FC236}">
                <a16:creationId xmlns:a16="http://schemas.microsoft.com/office/drawing/2014/main" xmlns="" id="{2F0F3FA5-285C-4EFB-B43E-1B93A18D33B7}"/>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20</a:t>
            </a:fld>
            <a:endParaRPr lang="en-IN"/>
          </a:p>
        </p:txBody>
      </p:sp>
      <p:pic>
        <p:nvPicPr>
          <p:cNvPr id="5" name="Picture 4">
            <a:extLst>
              <a:ext uri="{FF2B5EF4-FFF2-40B4-BE49-F238E27FC236}">
                <a16:creationId xmlns:a16="http://schemas.microsoft.com/office/drawing/2014/main" xmlns="" id="{591FE4B4-3C1A-43FA-B4A2-24F1428E7B49}"/>
              </a:ext>
            </a:extLst>
          </p:cNvPr>
          <p:cNvPicPr>
            <a:picLocks noChangeAspect="1"/>
          </p:cNvPicPr>
          <p:nvPr/>
        </p:nvPicPr>
        <p:blipFill>
          <a:blip r:embed="rId2"/>
          <a:stretch>
            <a:fillRect/>
          </a:stretch>
        </p:blipFill>
        <p:spPr>
          <a:xfrm>
            <a:off x="10329709" y="227986"/>
            <a:ext cx="1581150" cy="876300"/>
          </a:xfrm>
          <a:prstGeom prst="rect">
            <a:avLst/>
          </a:prstGeom>
        </p:spPr>
      </p:pic>
      <p:sp>
        <p:nvSpPr>
          <p:cNvPr id="6" name="TextBox 5">
            <a:extLst>
              <a:ext uri="{FF2B5EF4-FFF2-40B4-BE49-F238E27FC236}">
                <a16:creationId xmlns:a16="http://schemas.microsoft.com/office/drawing/2014/main" xmlns="" id="{D5A4A392-52AC-41FC-A5AF-E873669BD398}"/>
              </a:ext>
            </a:extLst>
          </p:cNvPr>
          <p:cNvSpPr txBox="1"/>
          <p:nvPr/>
        </p:nvSpPr>
        <p:spPr>
          <a:xfrm>
            <a:off x="127819" y="33091"/>
            <a:ext cx="7737987" cy="215444"/>
          </a:xfrm>
          <a:prstGeom prst="rect">
            <a:avLst/>
          </a:prstGeom>
          <a:noFill/>
        </p:spPr>
        <p:txBody>
          <a:bodyPr wrap="square">
            <a:spAutoFit/>
          </a:bodyPr>
          <a:lstStyle/>
          <a:p>
            <a:pPr marL="0" algn="l"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sp>
        <p:nvSpPr>
          <p:cNvPr id="7" name="TextBox 6">
            <a:extLst>
              <a:ext uri="{FF2B5EF4-FFF2-40B4-BE49-F238E27FC236}">
                <a16:creationId xmlns:a16="http://schemas.microsoft.com/office/drawing/2014/main" xmlns="" id="{B1108526-560B-4262-931B-CFFCDD78A592}"/>
              </a:ext>
            </a:extLst>
          </p:cNvPr>
          <p:cNvSpPr txBox="1"/>
          <p:nvPr/>
        </p:nvSpPr>
        <p:spPr>
          <a:xfrm>
            <a:off x="625151" y="839755"/>
            <a:ext cx="9704558" cy="5115311"/>
          </a:xfrm>
          <a:prstGeom prst="rect">
            <a:avLst/>
          </a:prstGeom>
          <a:noFill/>
        </p:spPr>
        <p:txBody>
          <a:bodyPr wrap="square">
            <a:spAutoFit/>
          </a:bodyPr>
          <a:lstStyle/>
          <a:p>
            <a:pPr>
              <a:lnSpc>
                <a:spcPct val="150000"/>
              </a:lnSpc>
            </a:pPr>
            <a:r>
              <a:rPr lang="en-IN" sz="2000" b="1" dirty="0">
                <a:latin typeface="Times New Roman" panose="02020603050405020304" pitchFamily="18" charset="0"/>
                <a:cs typeface="Times New Roman" panose="02020603050405020304" pitchFamily="18" charset="0"/>
              </a:rPr>
              <a:t>Module 1: CNN(Convolutional Neural Network)</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CNN is a is a deep learning model mainly used for feature extraction from data such as images or EEG signals. </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captures spatial and temporal patterns automatically using convolution and pooling operations.</a:t>
            </a:r>
          </a:p>
          <a:p>
            <a:pPr>
              <a:lnSpc>
                <a:spcPct val="150000"/>
              </a:lnSpc>
            </a:pPr>
            <a:r>
              <a:rPr lang="en-US" sz="2000" b="1" dirty="0">
                <a:latin typeface="Times New Roman" panose="02020603050405020304" pitchFamily="18" charset="0"/>
                <a:cs typeface="Times New Roman" panose="02020603050405020304" pitchFamily="18" charset="0"/>
              </a:rPr>
              <a:t>Purpose in the Model</a:t>
            </a:r>
            <a:r>
              <a:rPr lang="en-US" sz="2000" dirty="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Extracts key spatial features from EEG data.</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Captures local signal patterns automatically.</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Reduces manual feature extraction.</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Provides feature maps for LSTM processing.</a:t>
            </a:r>
          </a:p>
          <a:p>
            <a:pPr marL="285750" indent="-28575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98571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8B57DF79-8F29-45F3-A685-A769DC682935}"/>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9758E13E-0C45-473E-9B77-C71D234924D6}"/>
              </a:ext>
            </a:extLst>
          </p:cNvPr>
          <p:cNvSpPr>
            <a:spLocks noGrp="1"/>
          </p:cNvSpPr>
          <p:nvPr>
            <p:ph type="ftr" sz="quarter" idx="11"/>
          </p:nvPr>
        </p:nvSpPr>
        <p:spPr>
          <a:xfrm>
            <a:off x="3686185" y="6459785"/>
            <a:ext cx="4822804" cy="365125"/>
          </a:xfrm>
        </p:spPr>
        <p:txBody>
          <a:bodyPr/>
          <a:lstStyle/>
          <a:p>
            <a:r>
              <a:rPr lang="en-IN"/>
              <a:t>2025-26</a:t>
            </a:r>
          </a:p>
        </p:txBody>
      </p:sp>
      <p:sp>
        <p:nvSpPr>
          <p:cNvPr id="4" name="Slide Number Placeholder 3">
            <a:extLst>
              <a:ext uri="{FF2B5EF4-FFF2-40B4-BE49-F238E27FC236}">
                <a16:creationId xmlns:a16="http://schemas.microsoft.com/office/drawing/2014/main" xmlns="" id="{6B5FC59A-FF1C-4B48-980C-2E66B268CCD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21</a:t>
            </a:fld>
            <a:endParaRPr lang="en-IN"/>
          </a:p>
        </p:txBody>
      </p:sp>
      <p:pic>
        <p:nvPicPr>
          <p:cNvPr id="5" name="Picture 4">
            <a:extLst>
              <a:ext uri="{FF2B5EF4-FFF2-40B4-BE49-F238E27FC236}">
                <a16:creationId xmlns:a16="http://schemas.microsoft.com/office/drawing/2014/main" xmlns="" id="{D6BD9BA3-CE4A-4B73-A354-5BE1201A667F}"/>
              </a:ext>
            </a:extLst>
          </p:cNvPr>
          <p:cNvPicPr>
            <a:picLocks noChangeAspect="1"/>
          </p:cNvPicPr>
          <p:nvPr/>
        </p:nvPicPr>
        <p:blipFill>
          <a:blip r:embed="rId2"/>
          <a:stretch>
            <a:fillRect/>
          </a:stretch>
        </p:blipFill>
        <p:spPr>
          <a:xfrm>
            <a:off x="10421908" y="273209"/>
            <a:ext cx="1581150" cy="876300"/>
          </a:xfrm>
          <a:prstGeom prst="rect">
            <a:avLst/>
          </a:prstGeom>
        </p:spPr>
      </p:pic>
      <p:sp>
        <p:nvSpPr>
          <p:cNvPr id="6" name="TextBox 5">
            <a:extLst>
              <a:ext uri="{FF2B5EF4-FFF2-40B4-BE49-F238E27FC236}">
                <a16:creationId xmlns:a16="http://schemas.microsoft.com/office/drawing/2014/main" xmlns="" id="{A9F87106-2FBE-48D7-9402-8E9C27DF7A85}"/>
              </a:ext>
            </a:extLst>
          </p:cNvPr>
          <p:cNvSpPr txBox="1"/>
          <p:nvPr/>
        </p:nvSpPr>
        <p:spPr>
          <a:xfrm>
            <a:off x="0" y="42922"/>
            <a:ext cx="356955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xmlns="" id="{D8470CB8-FEB5-4D3D-BD00-5A71AA606A6D}"/>
              </a:ext>
            </a:extLst>
          </p:cNvPr>
          <p:cNvSpPr>
            <a:spLocks noChangeArrowheads="1"/>
          </p:cNvSpPr>
          <p:nvPr/>
        </p:nvSpPr>
        <p:spPr bwMode="auto">
          <a:xfrm>
            <a:off x="0" y="-107722"/>
            <a:ext cx="23275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xmlns="" id="{F163C8CE-7D57-4976-968B-2DCE0140FF32}"/>
              </a:ext>
            </a:extLst>
          </p:cNvPr>
          <p:cNvSpPr txBox="1"/>
          <p:nvPr/>
        </p:nvSpPr>
        <p:spPr>
          <a:xfrm>
            <a:off x="895739" y="886409"/>
            <a:ext cx="9526169" cy="4613058"/>
          </a:xfrm>
          <a:prstGeom prst="rect">
            <a:avLst/>
          </a:prstGeom>
          <a:noFill/>
        </p:spPr>
        <p:txBody>
          <a:bodyPr wrap="square" rtlCol="0">
            <a:spAutoFit/>
          </a:bodyPr>
          <a:lstStyle/>
          <a:p>
            <a:pPr lvl="0" algn="just" defTabSz="914400"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Module 2:</a:t>
            </a:r>
            <a:r>
              <a:rPr lang="en-IN" sz="2000" b="1" dirty="0">
                <a:latin typeface="Times New Roman" panose="02020603050405020304" pitchFamily="18" charset="0"/>
                <a:cs typeface="Times New Roman" panose="02020603050405020304" pitchFamily="18" charset="0"/>
              </a:rPr>
              <a:t>LSTM (Long Short-Term Memory)</a:t>
            </a:r>
          </a:p>
          <a:p>
            <a:pPr marL="285750" lvl="0" indent="-285750" algn="just" defTabSz="914400" eaLnBrk="0" fontAlgn="base" hangingPunct="0">
              <a:lnSpc>
                <a:spcPct val="150000"/>
              </a:lnSpc>
              <a:spcBef>
                <a:spcPct val="0"/>
              </a:spcBef>
              <a:spcAft>
                <a:spcPct val="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LSTM is a type of Recurrent Neural Network (RNN) designed to model time-series or sequential data by remembering long-term patterns.</a:t>
            </a:r>
          </a:p>
          <a:p>
            <a:pPr marL="285750" lvl="0" indent="-285750" algn="just" defTabSz="914400" eaLnBrk="0" fontAlgn="base" hangingPunct="0">
              <a:lnSpc>
                <a:spcPct val="150000"/>
              </a:lnSpc>
              <a:spcBef>
                <a:spcPct val="0"/>
              </a:spcBef>
              <a:spcAft>
                <a:spcPct val="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uses internal memory (called cells) and gates to regulate the flow of information.</a:t>
            </a:r>
          </a:p>
          <a:p>
            <a:pPr algn="just">
              <a:lnSpc>
                <a:spcPct val="150000"/>
              </a:lnSpc>
            </a:pPr>
            <a:r>
              <a:rPr lang="en-IN" sz="2000" b="1" dirty="0">
                <a:latin typeface="Times New Roman" panose="02020603050405020304" pitchFamily="18" charset="0"/>
                <a:cs typeface="Times New Roman" panose="02020603050405020304" pitchFamily="18" charset="0"/>
              </a:rPr>
              <a:t>Purpose in the Model</a:t>
            </a:r>
            <a:r>
              <a:rPr lang="en-IN" sz="2000"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Remembers important patterns over multiple time steps.</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Helps understand temporal dependencies in EEG signals.</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Improves performance on sequence data like brainwave activity.</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Avoids vanishing gradient problems found in traditional RNNs.</a:t>
            </a:r>
          </a:p>
          <a:p>
            <a:pPr marL="285750" lvl="0" indent="-285750" defTabSz="914400" eaLnBrk="0" fontAlgn="base" hangingPunct="0">
              <a:lnSpc>
                <a:spcPct val="150000"/>
              </a:lnSpc>
              <a:spcBef>
                <a:spcPct val="0"/>
              </a:spcBef>
              <a:spcAft>
                <a:spcPct val="0"/>
              </a:spcAf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86108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D5D0D96-6116-4BF0-9AC9-144579C039F8}"/>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C730BAA8-80A5-444B-AE89-236FE7EF68C3}"/>
              </a:ext>
            </a:extLst>
          </p:cNvPr>
          <p:cNvSpPr>
            <a:spLocks noGrp="1"/>
          </p:cNvSpPr>
          <p:nvPr>
            <p:ph type="ftr" sz="quarter" idx="11"/>
          </p:nvPr>
        </p:nvSpPr>
        <p:spPr>
          <a:xfrm>
            <a:off x="3686185" y="6459785"/>
            <a:ext cx="4822804" cy="365125"/>
          </a:xfrm>
        </p:spPr>
        <p:txBody>
          <a:bodyPr/>
          <a:lstStyle/>
          <a:p>
            <a:r>
              <a:rPr lang="en-IN"/>
              <a:t>2025-26</a:t>
            </a:r>
          </a:p>
        </p:txBody>
      </p:sp>
      <p:sp>
        <p:nvSpPr>
          <p:cNvPr id="4" name="Slide Number Placeholder 3">
            <a:extLst>
              <a:ext uri="{FF2B5EF4-FFF2-40B4-BE49-F238E27FC236}">
                <a16:creationId xmlns:a16="http://schemas.microsoft.com/office/drawing/2014/main" xmlns="" id="{B8FB30A4-FEFE-473E-A903-74E86A09A13B}"/>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22</a:t>
            </a:fld>
            <a:endParaRPr lang="en-IN"/>
          </a:p>
        </p:txBody>
      </p:sp>
      <p:pic>
        <p:nvPicPr>
          <p:cNvPr id="5" name="Picture 4">
            <a:extLst>
              <a:ext uri="{FF2B5EF4-FFF2-40B4-BE49-F238E27FC236}">
                <a16:creationId xmlns:a16="http://schemas.microsoft.com/office/drawing/2014/main" xmlns="" id="{40C0FFED-9BE4-43AF-91E0-B62FCE9A471B}"/>
              </a:ext>
            </a:extLst>
          </p:cNvPr>
          <p:cNvPicPr>
            <a:picLocks noChangeAspect="1"/>
          </p:cNvPicPr>
          <p:nvPr/>
        </p:nvPicPr>
        <p:blipFill>
          <a:blip r:embed="rId2"/>
          <a:stretch>
            <a:fillRect/>
          </a:stretch>
        </p:blipFill>
        <p:spPr>
          <a:xfrm>
            <a:off x="10315362" y="73961"/>
            <a:ext cx="1581150" cy="876300"/>
          </a:xfrm>
          <a:prstGeom prst="rect">
            <a:avLst/>
          </a:prstGeom>
        </p:spPr>
      </p:pic>
      <p:sp>
        <p:nvSpPr>
          <p:cNvPr id="6" name="TextBox 5">
            <a:extLst>
              <a:ext uri="{FF2B5EF4-FFF2-40B4-BE49-F238E27FC236}">
                <a16:creationId xmlns:a16="http://schemas.microsoft.com/office/drawing/2014/main" xmlns="" id="{72AA6F24-8DB9-48FC-9BA0-56FCA513E5ED}"/>
              </a:ext>
            </a:extLst>
          </p:cNvPr>
          <p:cNvSpPr txBox="1"/>
          <p:nvPr/>
        </p:nvSpPr>
        <p:spPr>
          <a:xfrm>
            <a:off x="186612" y="391887"/>
            <a:ext cx="11821886" cy="5884753"/>
          </a:xfrm>
          <a:prstGeom prst="rect">
            <a:avLst/>
          </a:prstGeom>
          <a:noFill/>
        </p:spPr>
        <p:txBody>
          <a:bodyPr wrap="square">
            <a:spAutoFit/>
          </a:bodyPr>
          <a:lstStyle/>
          <a:p>
            <a:pPr algn="just">
              <a:lnSpc>
                <a:spcPct val="150000"/>
              </a:lnSpc>
            </a:pPr>
            <a:r>
              <a:rPr lang="en-IN" sz="2000" b="1" dirty="0">
                <a:latin typeface="Times New Roman" panose="02020603050405020304" pitchFamily="18" charset="0"/>
                <a:cs typeface="Times New Roman" panose="02020603050405020304" pitchFamily="18" charset="0"/>
              </a:rPr>
              <a:t>Module 3: </a:t>
            </a:r>
            <a:r>
              <a:rPr lang="en-IN" sz="2000" b="1" dirty="0" err="1">
                <a:latin typeface="Times New Roman" panose="02020603050405020304" pitchFamily="18" charset="0"/>
                <a:cs typeface="Times New Roman" panose="02020603050405020304" pitchFamily="18" charset="0"/>
              </a:rPr>
              <a:t>Softmax</a:t>
            </a:r>
            <a:endParaRPr lang="en-IN" sz="2000"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Softmax</a:t>
            </a:r>
            <a:r>
              <a:rPr lang="en-IN" sz="2000" dirty="0">
                <a:latin typeface="Times New Roman" panose="02020603050405020304" pitchFamily="18" charset="0"/>
                <a:cs typeface="Times New Roman" panose="02020603050405020304" pitchFamily="18" charset="0"/>
              </a:rPr>
              <a:t> is an activation function used in the output layer of a neural network for classification tasks. It converts raw scores (logits) into probabilities, so that the sum of all output values equals 1.</a:t>
            </a:r>
          </a:p>
          <a:p>
            <a:pPr algn="just"/>
            <a:r>
              <a:rPr lang="en-US" sz="2000" b="1" dirty="0">
                <a:latin typeface="Times New Roman" panose="02020603050405020304" pitchFamily="18" charset="0"/>
                <a:cs typeface="Times New Roman" panose="02020603050405020304" pitchFamily="18" charset="0"/>
              </a:rPr>
              <a:t>Purpose in the Model</a:t>
            </a:r>
            <a:r>
              <a:rPr lang="en-US" sz="2000"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Converts the model’s raw output into interpretable probabilities.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Helps the model make a clear decision about which class (e.g., depressed / not depressed) the input belongs to.</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Ensures the output is a probability distribution.</a:t>
            </a:r>
          </a:p>
          <a:p>
            <a:pPr lvl="0" algn="just" defTabSz="914400" eaLnBrk="0" fontAlgn="base" hangingPunct="0">
              <a:lnSpc>
                <a:spcPct val="150000"/>
              </a:lnSpc>
              <a:spcBef>
                <a:spcPct val="0"/>
              </a:spcBef>
              <a:spcAft>
                <a:spcPct val="0"/>
              </a:spcAft>
            </a:pPr>
            <a:r>
              <a:rPr lang="en-US" altLang="en-US" sz="2000" b="1" dirty="0">
                <a:latin typeface="Times New Roman" panose="02020603050405020304" pitchFamily="18" charset="0"/>
                <a:cs typeface="Times New Roman" panose="02020603050405020304" pitchFamily="18" charset="0"/>
              </a:rPr>
              <a:t>Module 4:</a:t>
            </a:r>
            <a:r>
              <a:rPr lang="en-IN" sz="2000" b="1" dirty="0">
                <a:latin typeface="Times New Roman" panose="02020603050405020304" pitchFamily="18" charset="0"/>
                <a:cs typeface="Times New Roman" panose="02020603050405020304" pitchFamily="18" charset="0"/>
              </a:rPr>
              <a:t>ReLU (Rectified Linear Unit)</a:t>
            </a:r>
            <a:endParaRPr lang="en-US" sz="2000" b="1" dirty="0">
              <a:latin typeface="Times New Roman" panose="02020603050405020304" pitchFamily="18" charset="0"/>
              <a:cs typeface="Times New Roman" panose="02020603050405020304" pitchFamily="18" charset="0"/>
            </a:endParaRPr>
          </a:p>
          <a:p>
            <a:pPr marL="285750" lvl="0" indent="-285750" algn="just" defTabSz="914400" eaLnBrk="0" fontAlgn="base" hangingPunct="0">
              <a:lnSpc>
                <a:spcPct val="150000"/>
              </a:lnSpc>
              <a:spcBef>
                <a:spcPct val="0"/>
              </a:spcBef>
              <a:spcAft>
                <a:spcPct val="0"/>
              </a:spcAft>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ReLU</a:t>
            </a:r>
            <a:r>
              <a:rPr lang="en-US" sz="2000" dirty="0">
                <a:latin typeface="Times New Roman" panose="02020603050405020304" pitchFamily="18" charset="0"/>
                <a:cs typeface="Times New Roman" panose="02020603050405020304" pitchFamily="18" charset="0"/>
              </a:rPr>
              <a:t> is an activation function used in neural networks.</a:t>
            </a:r>
            <a:endParaRPr lang="en-IN" sz="2000" b="1"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Purpose in the Model</a:t>
            </a:r>
            <a:r>
              <a:rPr lang="en-US" sz="2000" dirty="0">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Adds non-linearity to the model.</a:t>
            </a:r>
          </a:p>
          <a:p>
            <a:pPr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Allows the neural network to learn complex features.</a:t>
            </a:r>
          </a:p>
          <a:p>
            <a:pPr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Speeds up convergence compared to sigmoid/tanh</a:t>
            </a:r>
            <a:r>
              <a:rPr lang="en-IN" sz="2000" dirty="0">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xmlns="" id="{34332CBE-18EC-4A5C-B134-5618A3609F2A}"/>
              </a:ext>
            </a:extLst>
          </p:cNvPr>
          <p:cNvSpPr txBox="1"/>
          <p:nvPr/>
        </p:nvSpPr>
        <p:spPr>
          <a:xfrm>
            <a:off x="0" y="33090"/>
            <a:ext cx="3952568"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19515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23</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xmlns="" id="{37D0C453-30F7-4F11-B956-4FA438CAA526}"/>
              </a:ext>
            </a:extLst>
          </p:cNvPr>
          <p:cNvSpPr txBox="1"/>
          <p:nvPr/>
        </p:nvSpPr>
        <p:spPr>
          <a:xfrm>
            <a:off x="0" y="289249"/>
            <a:ext cx="9900458"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IMPLEMENTATION</a:t>
            </a:r>
          </a:p>
        </p:txBody>
      </p:sp>
      <p:sp>
        <p:nvSpPr>
          <p:cNvPr id="11" name="TextBox 10">
            <a:extLst>
              <a:ext uri="{FF2B5EF4-FFF2-40B4-BE49-F238E27FC236}">
                <a16:creationId xmlns:a16="http://schemas.microsoft.com/office/drawing/2014/main" xmlns="" id="{1E9AA5EE-4981-4B96-B1CE-D0CDEE0898DF}"/>
              </a:ext>
            </a:extLst>
          </p:cNvPr>
          <p:cNvSpPr txBox="1"/>
          <p:nvPr/>
        </p:nvSpPr>
        <p:spPr>
          <a:xfrm>
            <a:off x="858415" y="946489"/>
            <a:ext cx="10002417" cy="5028556"/>
          </a:xfrm>
          <a:prstGeom prst="rect">
            <a:avLst/>
          </a:prstGeom>
          <a:noFill/>
        </p:spPr>
        <p:txBody>
          <a:bodyPr wrap="square">
            <a:spAutoFit/>
          </a:bodyPr>
          <a:lstStyle/>
          <a:p>
            <a:pPr lvl="0" algn="just">
              <a:lnSpc>
                <a:spcPct val="150000"/>
              </a:lnSpc>
            </a:pPr>
            <a:r>
              <a:rPr lang="en-IN" sz="2000" b="1" dirty="0">
                <a:latin typeface="Times New Roman" panose="02020603050405020304" pitchFamily="18" charset="0"/>
                <a:cs typeface="Times New Roman" panose="02020603050405020304" pitchFamily="18" charset="0"/>
              </a:rPr>
              <a:t>CNN ALGORITHM:</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Input Layer:</a:t>
            </a:r>
            <a:r>
              <a:rPr lang="en-IN" dirty="0">
                <a:latin typeface="Times New Roman" panose="02020603050405020304" pitchFamily="18" charset="0"/>
                <a:cs typeface="Times New Roman" panose="02020603050405020304" pitchFamily="18" charset="0"/>
              </a:rPr>
              <a:t> Receives EEG windows of shape </a:t>
            </a:r>
            <a:r>
              <a:rPr lang="en-IN" b="1" dirty="0">
                <a:latin typeface="Times New Roman" panose="02020603050405020304" pitchFamily="18" charset="0"/>
                <a:cs typeface="Times New Roman" panose="02020603050405020304" pitchFamily="18" charset="0"/>
              </a:rPr>
              <a:t>(19 × 256)</a:t>
            </a:r>
            <a:r>
              <a:rPr lang="en-IN" dirty="0">
                <a:latin typeface="Times New Roman" panose="02020603050405020304" pitchFamily="18" charset="0"/>
                <a:cs typeface="Times New Roman" panose="02020603050405020304" pitchFamily="18" charset="0"/>
              </a:rPr>
              <a:t>.</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Conv1D Layer:</a:t>
            </a:r>
            <a:endParaRPr lang="en-IN" dirty="0">
              <a:latin typeface="Times New Roman" panose="02020603050405020304" pitchFamily="18" charset="0"/>
              <a:cs typeface="Times New Roman" panose="02020603050405020304" pitchFamily="18" charset="0"/>
            </a:endParaRPr>
          </a:p>
          <a:p>
            <a:pPr lvl="1" algn="just">
              <a:lnSpc>
                <a:spcPct val="150000"/>
              </a:lnSpc>
            </a:pPr>
            <a:r>
              <a:rPr lang="en-IN" b="1" dirty="0">
                <a:latin typeface="Times New Roman" panose="02020603050405020304" pitchFamily="18" charset="0"/>
                <a:cs typeface="Times New Roman" panose="02020603050405020304" pitchFamily="18" charset="0"/>
              </a:rPr>
              <a:t>Filters:</a:t>
            </a:r>
            <a:r>
              <a:rPr lang="en-IN" dirty="0">
                <a:latin typeface="Times New Roman" panose="02020603050405020304" pitchFamily="18" charset="0"/>
                <a:cs typeface="Times New Roman" panose="02020603050405020304" pitchFamily="18" charset="0"/>
              </a:rPr>
              <a:t> 64 filters with a kernel size of 5.</a:t>
            </a:r>
          </a:p>
          <a:p>
            <a:pPr lvl="1" algn="just">
              <a:lnSpc>
                <a:spcPct val="150000"/>
              </a:lnSpc>
            </a:pPr>
            <a:r>
              <a:rPr lang="en-IN" b="1" dirty="0">
                <a:latin typeface="Times New Roman" panose="02020603050405020304" pitchFamily="18" charset="0"/>
                <a:cs typeface="Times New Roman" panose="02020603050405020304" pitchFamily="18" charset="0"/>
              </a:rPr>
              <a:t>Sliding Window:</a:t>
            </a:r>
            <a:r>
              <a:rPr lang="en-IN" dirty="0">
                <a:latin typeface="Times New Roman" panose="02020603050405020304" pitchFamily="18" charset="0"/>
                <a:cs typeface="Times New Roman" panose="02020603050405020304" pitchFamily="18" charset="0"/>
              </a:rPr>
              <a:t> Each filter slides along the time dimension, simultaneously examining all 19 channels.</a:t>
            </a:r>
          </a:p>
          <a:p>
            <a:pPr lvl="1" algn="just">
              <a:lnSpc>
                <a:spcPct val="150000"/>
              </a:lnSpc>
            </a:pPr>
            <a:r>
              <a:rPr lang="en-IN" b="1" dirty="0">
                <a:latin typeface="Times New Roman" panose="02020603050405020304" pitchFamily="18" charset="0"/>
                <a:cs typeface="Times New Roman" panose="02020603050405020304" pitchFamily="18" charset="0"/>
              </a:rPr>
              <a:t>Spatial Feature Learning:</a:t>
            </a:r>
            <a:r>
              <a:rPr lang="en-IN" dirty="0">
                <a:latin typeface="Times New Roman" panose="02020603050405020304" pitchFamily="18" charset="0"/>
                <a:cs typeface="Times New Roman" panose="02020603050405020304" pitchFamily="18" charset="0"/>
              </a:rPr>
              <a:t> Filters capture diverse spatial patterns, including low/high-frequency waves, eye-blink artifacts, and frontal alpha asymmetry.</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Activation (ReLU):</a:t>
            </a:r>
            <a:r>
              <a:rPr lang="en-IN" dirty="0">
                <a:latin typeface="Times New Roman" panose="02020603050405020304" pitchFamily="18" charset="0"/>
                <a:cs typeface="Times New Roman" panose="02020603050405020304" pitchFamily="18" charset="0"/>
              </a:rPr>
              <a:t> Rectified Linear Unit sets negative values to zero, preserving key activations and reducing noise.</a:t>
            </a:r>
            <a:endParaRPr lang="en-IN"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spcAft>
                <a:spcPts val="1000"/>
              </a:spcAft>
              <a:buSzPts val="1000"/>
              <a:buFont typeface="Symbol" panose="05050102010706020507" pitchFamily="18" charset="2"/>
              <a:buChar char=""/>
              <a:tabLst>
                <a:tab pos="4572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Output Feature Map:</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Produces a high-level spatial representation, e.g., </a:t>
            </a: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(64 filters × 252 time steps)</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which is then passed to LSTM layers for temporal </a:t>
            </a: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modeling</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51048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24</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xmlns="" id="{1238B9E7-C15D-47AD-B10F-58865E48D4E9}"/>
              </a:ext>
            </a:extLst>
          </p:cNvPr>
          <p:cNvSpPr txBox="1"/>
          <p:nvPr/>
        </p:nvSpPr>
        <p:spPr>
          <a:xfrm>
            <a:off x="111967" y="416812"/>
            <a:ext cx="9853518" cy="490199"/>
          </a:xfrm>
          <a:prstGeom prst="rect">
            <a:avLst/>
          </a:prstGeom>
          <a:noFill/>
        </p:spPr>
        <p:txBody>
          <a:bodyPr wrap="square">
            <a:spAutoFit/>
          </a:bodyPr>
          <a:lstStyle/>
          <a:p>
            <a:pPr marL="457200" algn="ctr">
              <a:lnSpc>
                <a:spcPct val="115000"/>
              </a:lnSpc>
              <a:spcAft>
                <a:spcPts val="1000"/>
              </a:spcAft>
              <a:buNone/>
            </a:pP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CNN IMPLEMENTATION SNIPPET: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xmlns="" id="{04CA32D5-0087-441A-95CC-67BE76634791}"/>
              </a:ext>
            </a:extLst>
          </p:cNvPr>
          <p:cNvSpPr txBox="1"/>
          <p:nvPr/>
        </p:nvSpPr>
        <p:spPr>
          <a:xfrm>
            <a:off x="1642188" y="1282393"/>
            <a:ext cx="9302620" cy="3016210"/>
          </a:xfrm>
          <a:prstGeom prst="rect">
            <a:avLst/>
          </a:prstGeom>
          <a:noFill/>
        </p:spPr>
        <p:txBody>
          <a:bodyPr wrap="square" rtlCol="0">
            <a:spAutoFit/>
          </a:bodyPr>
          <a:lstStyle/>
          <a:p>
            <a:pPr marL="914400">
              <a:spcAft>
                <a:spcPts val="1000"/>
              </a:spcAft>
              <a:buNone/>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from tensorflow.keras.models import Sequential</a:t>
            </a:r>
          </a:p>
          <a:p>
            <a:pPr marL="914400">
              <a:spcAft>
                <a:spcPts val="1000"/>
              </a:spcAft>
              <a:buNone/>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from tensorflow.keras.layers import Conv1D, ReLU</a:t>
            </a:r>
          </a:p>
          <a:p>
            <a:pPr marL="914400">
              <a:spcAft>
                <a:spcPts val="1000"/>
              </a:spcAft>
              <a:buNone/>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model = Sequential()</a:t>
            </a:r>
          </a:p>
          <a:p>
            <a:pPr marL="914400">
              <a:spcAft>
                <a:spcPts val="1000"/>
              </a:spcAft>
              <a:buNone/>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Input: (256 time steps, 19 channels)</a:t>
            </a:r>
          </a:p>
          <a:p>
            <a:pPr marL="914400">
              <a:spcAft>
                <a:spcPts val="1000"/>
              </a:spcAft>
              <a:buNone/>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model.add(Conv1D(filters=64, kernel_size=5, input_shape=(256, 19)))</a:t>
            </a:r>
          </a:p>
          <a:p>
            <a:pPr marL="914400">
              <a:spcAft>
                <a:spcPts val="1000"/>
              </a:spcAft>
              <a:buNone/>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model.add(ReLU())</a:t>
            </a:r>
          </a:p>
          <a:p>
            <a:pPr marL="914400">
              <a:spcAft>
                <a:spcPts val="1000"/>
              </a:spcAft>
              <a:buNone/>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Output: feature map of shape (252, 64)</a:t>
            </a:r>
            <a:endParaRPr lang="en-IN" sz="2000" dirty="0"/>
          </a:p>
        </p:txBody>
      </p:sp>
    </p:spTree>
    <p:extLst>
      <p:ext uri="{BB962C8B-B14F-4D97-AF65-F5344CB8AC3E}">
        <p14:creationId xmlns:p14="http://schemas.microsoft.com/office/powerpoint/2010/main" val="21094734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25</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xmlns="" id="{784A1493-883C-4208-A600-C7F0C8D0C2B3}"/>
              </a:ext>
            </a:extLst>
          </p:cNvPr>
          <p:cNvSpPr txBox="1"/>
          <p:nvPr/>
        </p:nvSpPr>
        <p:spPr>
          <a:xfrm>
            <a:off x="886407" y="653143"/>
            <a:ext cx="9246638" cy="4339650"/>
          </a:xfrm>
          <a:prstGeom prst="rect">
            <a:avLst/>
          </a:prstGeom>
          <a:noFill/>
        </p:spPr>
        <p:txBody>
          <a:bodyPr wrap="square" rtlCol="0">
            <a:spAutoFit/>
          </a:bodyPr>
          <a:lstStyle/>
          <a:p>
            <a:r>
              <a:rPr lang="en-IN" sz="2000" b="1" dirty="0">
                <a:effectLst/>
                <a:latin typeface="Times New Roman" panose="02020603050405020304" pitchFamily="18" charset="0"/>
                <a:ea typeface="Times New Roman" panose="02020603050405020304" pitchFamily="18" charset="0"/>
              </a:rPr>
              <a:t>2. LSTM ALOGRITHM:</a:t>
            </a:r>
          </a:p>
          <a:p>
            <a:endParaRPr lang="en-IN" sz="2000" b="1" dirty="0">
              <a:latin typeface="Times New Roman" panose="02020603050405020304" pitchFamily="18" charset="0"/>
              <a:ea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9144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Input Layer:</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Receives CNN feature map as a sequence over time.</a:t>
            </a:r>
          </a:p>
          <a:p>
            <a:pPr marL="342900" lvl="0" indent="-342900" algn="just">
              <a:lnSpc>
                <a:spcPct val="150000"/>
              </a:lnSpc>
              <a:buSzPts val="1000"/>
              <a:buFont typeface="Symbol" panose="05050102010706020507" pitchFamily="18" charset="2"/>
              <a:buChar char=""/>
              <a:tabLst>
                <a:tab pos="4572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Stacked LSTM Layers:</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lnSpc>
                <a:spcPct val="150000"/>
              </a:lnSpc>
              <a:buSzPts val="1000"/>
              <a:buFont typeface="Courier New" panose="02070309020205020404" pitchFamily="49" charset="0"/>
              <a:buChar char="o"/>
              <a:tabLst>
                <a:tab pos="9144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First Layer: 64 units capturing short- and mid-term temporal dependencies.</a:t>
            </a:r>
          </a:p>
          <a:p>
            <a:pPr marL="742950" lvl="1" indent="-285750" algn="just">
              <a:lnSpc>
                <a:spcPct val="150000"/>
              </a:lnSpc>
              <a:buSzPts val="1000"/>
              <a:buFont typeface="Courier New" panose="02070309020205020404" pitchFamily="49" charset="0"/>
              <a:buChar char="o"/>
              <a:tabLst>
                <a:tab pos="9144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Second Layer: 32 units for higher-level temporal abstraction.</a:t>
            </a:r>
          </a:p>
          <a:p>
            <a:pPr marL="342900" lvl="0" indent="-342900" algn="just">
              <a:lnSpc>
                <a:spcPct val="150000"/>
              </a:lnSpc>
              <a:buSzPts val="1000"/>
              <a:buFont typeface="Symbol" panose="05050102010706020507" pitchFamily="18" charset="2"/>
              <a:buChar char=""/>
              <a:tabLst>
                <a:tab pos="4572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Gating Mechanisms:</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Input, forget, and output gates control memory updates and flow of information.</a:t>
            </a:r>
          </a:p>
          <a:p>
            <a:pPr marL="342900" lvl="0" indent="-342900" algn="just">
              <a:lnSpc>
                <a:spcPct val="150000"/>
              </a:lnSpc>
              <a:buSzPts val="1000"/>
              <a:buFont typeface="Symbol" panose="05050102010706020507" pitchFamily="18" charset="2"/>
              <a:buChar char=""/>
              <a:tabLst>
                <a:tab pos="4572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Output:</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Final hidden state encodes temporal EEG patterns, passed to dense layers for classification</a:t>
            </a:r>
            <a:r>
              <a:rPr lang="en-IN" sz="1200" dirty="0">
                <a:effectLst/>
                <a:latin typeface="Times New Roman" panose="02020603050405020304" pitchFamily="18" charset="0"/>
                <a:ea typeface="Times New Roman" panose="02020603050405020304" pitchFamily="18" charset="0"/>
              </a:rPr>
              <a:t>.</a:t>
            </a:r>
          </a:p>
          <a:p>
            <a:endParaRPr lang="en-IN" sz="20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211958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26</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xmlns="" id="{356F55A8-5FF3-4F2B-8F85-B7B2CC7BB52A}"/>
              </a:ext>
            </a:extLst>
          </p:cNvPr>
          <p:cNvSpPr txBox="1"/>
          <p:nvPr/>
        </p:nvSpPr>
        <p:spPr>
          <a:xfrm>
            <a:off x="74645" y="516933"/>
            <a:ext cx="9825813" cy="646331"/>
          </a:xfrm>
          <a:prstGeom prst="rect">
            <a:avLst/>
          </a:prstGeom>
          <a:noFill/>
        </p:spPr>
        <p:txBody>
          <a:bodyPr wrap="square" rtlCol="0">
            <a:spAutoFit/>
          </a:bodyPr>
          <a:lstStyle/>
          <a:p>
            <a:pPr marL="457200" algn="ctr">
              <a:buNone/>
            </a:pPr>
            <a:r>
              <a:rPr lang="en-IN" sz="2400" b="1" dirty="0">
                <a:effectLst/>
                <a:latin typeface="Times New Roman" panose="02020603050405020304" pitchFamily="18" charset="0"/>
                <a:ea typeface="Tahoma" panose="020B0604030504040204" pitchFamily="34" charset="0"/>
                <a:cs typeface="Times New Roman" panose="02020603050405020304" pitchFamily="18" charset="0"/>
              </a:rPr>
              <a:t>LSTM IMPLEMENTATION SNIPPET:</a:t>
            </a:r>
          </a:p>
          <a:p>
            <a:pPr marL="457200" algn="ctr">
              <a:buNone/>
            </a:pPr>
            <a:endParaRPr lang="en-IN" sz="1200" dirty="0">
              <a:effectLst/>
              <a:latin typeface="Tahoma" panose="020B0604030504040204" pitchFamily="34" charset="0"/>
              <a:ea typeface="Tahoma" panose="020B0604030504040204" pitchFamily="34" charset="0"/>
              <a:cs typeface="Tahoma" panose="020B0604030504040204" pitchFamily="34" charset="0"/>
            </a:endParaRPr>
          </a:p>
        </p:txBody>
      </p:sp>
      <p:sp>
        <p:nvSpPr>
          <p:cNvPr id="10" name="TextBox 9">
            <a:extLst>
              <a:ext uri="{FF2B5EF4-FFF2-40B4-BE49-F238E27FC236}">
                <a16:creationId xmlns:a16="http://schemas.microsoft.com/office/drawing/2014/main" xmlns="" id="{E54FEAE8-15C1-4878-8A53-D566103C3082}"/>
              </a:ext>
            </a:extLst>
          </p:cNvPr>
          <p:cNvSpPr txBox="1"/>
          <p:nvPr/>
        </p:nvSpPr>
        <p:spPr>
          <a:xfrm>
            <a:off x="1642187" y="1382514"/>
            <a:ext cx="9004041" cy="3268652"/>
          </a:xfrm>
          <a:prstGeom prst="rect">
            <a:avLst/>
          </a:prstGeom>
          <a:noFill/>
        </p:spPr>
        <p:txBody>
          <a:bodyPr wrap="square">
            <a:spAutoFit/>
          </a:bodyPr>
          <a:lstStyle/>
          <a:p>
            <a:pPr marL="581660">
              <a:lnSpc>
                <a:spcPct val="150000"/>
              </a:lnSpc>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from tensorflow.keras.models import Sequential</a:t>
            </a:r>
          </a:p>
          <a:p>
            <a:pPr marL="581660">
              <a:lnSpc>
                <a:spcPct val="150000"/>
              </a:lnSpc>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from tensorflow.keras.layers import LSTM, Dense </a:t>
            </a:r>
          </a:p>
          <a:p>
            <a:pPr marL="581660">
              <a:lnSpc>
                <a:spcPct val="150000"/>
              </a:lnSpc>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model = Sequential()</a:t>
            </a:r>
          </a:p>
          <a:p>
            <a:pPr marL="581660">
              <a:lnSpc>
                <a:spcPct val="150000"/>
              </a:lnSpc>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model.add(LSTM(64, </a:t>
            </a:r>
            <a:r>
              <a:rPr lang="en-IN" sz="2000" dirty="0" err="1">
                <a:effectLst/>
                <a:latin typeface="Times New Roman" panose="02020603050405020304" pitchFamily="18" charset="0"/>
                <a:ea typeface="Times New Roman" panose="02020603050405020304" pitchFamily="18" charset="0"/>
                <a:cs typeface="Times New Roman" panose="02020603050405020304" pitchFamily="18" charset="0"/>
              </a:rPr>
              <a:t>return_sequences</a:t>
            </a: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=True, input_shape=(252,64)))</a:t>
            </a:r>
          </a:p>
          <a:p>
            <a:pPr marL="581660">
              <a:lnSpc>
                <a:spcPct val="150000"/>
              </a:lnSpc>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model.add(LSTM(32))</a:t>
            </a:r>
          </a:p>
          <a:p>
            <a:pPr marL="581660">
              <a:lnSpc>
                <a:spcPct val="150000"/>
              </a:lnSpc>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model.add(Dense(16, activation='</a:t>
            </a:r>
            <a:r>
              <a:rPr lang="en-IN" sz="2000" dirty="0" err="1">
                <a:effectLst/>
                <a:latin typeface="Times New Roman" panose="02020603050405020304" pitchFamily="18" charset="0"/>
                <a:ea typeface="Times New Roman" panose="02020603050405020304" pitchFamily="18" charset="0"/>
                <a:cs typeface="Times New Roman" panose="02020603050405020304" pitchFamily="18" charset="0"/>
              </a:rPr>
              <a:t>relu</a:t>
            </a: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581660">
              <a:lnSpc>
                <a:spcPct val="150000"/>
              </a:lnSpc>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model.add(Dense(2, activation='</a:t>
            </a:r>
            <a:r>
              <a:rPr lang="en-IN" sz="2000" dirty="0" err="1">
                <a:effectLst/>
                <a:latin typeface="Times New Roman" panose="02020603050405020304" pitchFamily="18" charset="0"/>
                <a:ea typeface="Times New Roman" panose="02020603050405020304" pitchFamily="18" charset="0"/>
                <a:cs typeface="Times New Roman" panose="02020603050405020304" pitchFamily="18" charset="0"/>
              </a:rPr>
              <a:t>softmax</a:t>
            </a: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 Depressed / Healthy</a:t>
            </a:r>
          </a:p>
        </p:txBody>
      </p:sp>
    </p:spTree>
    <p:extLst>
      <p:ext uri="{BB962C8B-B14F-4D97-AF65-F5344CB8AC3E}">
        <p14:creationId xmlns:p14="http://schemas.microsoft.com/office/powerpoint/2010/main" val="31012037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47ADBA0-9E19-4E3D-A326-2EDFFE89BBBE}"/>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A270BB8D-CCB2-4A3C-AA73-AFF4811F3CEF}"/>
              </a:ext>
            </a:extLst>
          </p:cNvPr>
          <p:cNvSpPr>
            <a:spLocks noGrp="1"/>
          </p:cNvSpPr>
          <p:nvPr>
            <p:ph type="ftr" sz="quarter" idx="11"/>
          </p:nvPr>
        </p:nvSpPr>
        <p:spPr>
          <a:xfrm>
            <a:off x="3686185" y="6459785"/>
            <a:ext cx="4822804" cy="365125"/>
          </a:xfrm>
        </p:spPr>
        <p:txBody>
          <a:bodyPr/>
          <a:lstStyle/>
          <a:p>
            <a:r>
              <a:rPr lang="en-IN"/>
              <a:t>2025-26</a:t>
            </a:r>
          </a:p>
        </p:txBody>
      </p:sp>
      <p:sp>
        <p:nvSpPr>
          <p:cNvPr id="4" name="Slide Number Placeholder 3">
            <a:extLst>
              <a:ext uri="{FF2B5EF4-FFF2-40B4-BE49-F238E27FC236}">
                <a16:creationId xmlns:a16="http://schemas.microsoft.com/office/drawing/2014/main" xmlns="" id="{4A47A44E-57BD-4A81-9B4D-8C22F12939A0}"/>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27</a:t>
            </a:fld>
            <a:endParaRPr lang="en-IN"/>
          </a:p>
        </p:txBody>
      </p:sp>
      <p:sp>
        <p:nvSpPr>
          <p:cNvPr id="5" name="TextBox 4">
            <a:extLst>
              <a:ext uri="{FF2B5EF4-FFF2-40B4-BE49-F238E27FC236}">
                <a16:creationId xmlns:a16="http://schemas.microsoft.com/office/drawing/2014/main" xmlns="" id="{B30BA85B-E9B9-401F-902F-75477B4524B2}"/>
              </a:ext>
            </a:extLst>
          </p:cNvPr>
          <p:cNvSpPr txBox="1"/>
          <p:nvPr/>
        </p:nvSpPr>
        <p:spPr>
          <a:xfrm>
            <a:off x="595834" y="364707"/>
            <a:ext cx="10115203" cy="584775"/>
          </a:xfrm>
          <a:prstGeom prst="rect">
            <a:avLst/>
          </a:prstGeom>
          <a:noFill/>
        </p:spPr>
        <p:txBody>
          <a:bodyPr wrap="square">
            <a:spAutoFit/>
          </a:bodyPr>
          <a:lstStyle/>
          <a:p>
            <a:pPr marL="0" algn="ctr" rtl="0" eaLnBrk="1" latinLnBrk="0" hangingPunct="1">
              <a:buNone/>
            </a:pPr>
            <a:r>
              <a:rPr lang="en-IN" sz="3200" b="1" dirty="0">
                <a:solidFill>
                  <a:srgbClr val="000000"/>
                </a:solidFill>
                <a:effectLst/>
                <a:latin typeface="Times New Roman" panose="02020603050405020304" pitchFamily="18" charset="0"/>
                <a:cs typeface="Times New Roman" panose="02020603050405020304" pitchFamily="18" charset="0"/>
              </a:rPr>
              <a:t>TESTING</a:t>
            </a:r>
            <a:endParaRPr lang="en-IN" sz="3200" dirty="0">
              <a:effectLst/>
            </a:endParaRPr>
          </a:p>
        </p:txBody>
      </p:sp>
      <p:pic>
        <p:nvPicPr>
          <p:cNvPr id="6" name="Picture 5">
            <a:extLst>
              <a:ext uri="{FF2B5EF4-FFF2-40B4-BE49-F238E27FC236}">
                <a16:creationId xmlns:a16="http://schemas.microsoft.com/office/drawing/2014/main" xmlns="" id="{B8294BA1-B3AC-42B7-B1DC-9BF55197D5DF}"/>
              </a:ext>
            </a:extLst>
          </p:cNvPr>
          <p:cNvPicPr>
            <a:picLocks noChangeAspect="1"/>
          </p:cNvPicPr>
          <p:nvPr/>
        </p:nvPicPr>
        <p:blipFill>
          <a:blip r:embed="rId2"/>
          <a:stretch>
            <a:fillRect/>
          </a:stretch>
        </p:blipFill>
        <p:spPr>
          <a:xfrm>
            <a:off x="10421908" y="198489"/>
            <a:ext cx="1581150" cy="876300"/>
          </a:xfrm>
          <a:prstGeom prst="rect">
            <a:avLst/>
          </a:prstGeom>
        </p:spPr>
      </p:pic>
      <p:sp>
        <p:nvSpPr>
          <p:cNvPr id="7" name="TextBox 6">
            <a:extLst>
              <a:ext uri="{FF2B5EF4-FFF2-40B4-BE49-F238E27FC236}">
                <a16:creationId xmlns:a16="http://schemas.microsoft.com/office/drawing/2014/main" xmlns="" id="{FF63A014-7B24-4CC6-BF4D-BEC72A55ABC8}"/>
              </a:ext>
            </a:extLst>
          </p:cNvPr>
          <p:cNvSpPr txBox="1"/>
          <p:nvPr/>
        </p:nvSpPr>
        <p:spPr>
          <a:xfrm>
            <a:off x="0" y="33090"/>
            <a:ext cx="9144000" cy="215444"/>
          </a:xfrm>
          <a:prstGeom prst="rect">
            <a:avLst/>
          </a:prstGeom>
          <a:noFill/>
        </p:spPr>
        <p:txBody>
          <a:bodyPr wrap="square">
            <a:spAutoFit/>
          </a:bodyPr>
          <a:lstStyle/>
          <a:p>
            <a:pPr marL="0" algn="l"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sp>
        <p:nvSpPr>
          <p:cNvPr id="8" name="TextBox 7">
            <a:extLst>
              <a:ext uri="{FF2B5EF4-FFF2-40B4-BE49-F238E27FC236}">
                <a16:creationId xmlns:a16="http://schemas.microsoft.com/office/drawing/2014/main" xmlns="" id="{4A87ADCB-A339-4AD7-BC09-A1FF0E355F97}"/>
              </a:ext>
            </a:extLst>
          </p:cNvPr>
          <p:cNvSpPr txBox="1"/>
          <p:nvPr/>
        </p:nvSpPr>
        <p:spPr>
          <a:xfrm>
            <a:off x="521551" y="845751"/>
            <a:ext cx="6096000" cy="458074"/>
          </a:xfrm>
          <a:prstGeom prst="rect">
            <a:avLst/>
          </a:prstGeom>
          <a:noFill/>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1. UNIT TESTING</a:t>
            </a:r>
            <a:r>
              <a:rPr lang="en-US" sz="1800" b="1" dirty="0">
                <a:latin typeface="Times New Roman" panose="02020603050405020304" pitchFamily="18" charset="0"/>
                <a:cs typeface="Times New Roman" panose="02020603050405020304" pitchFamily="18" charset="0"/>
              </a:rPr>
              <a:t>:</a:t>
            </a:r>
            <a:endParaRPr lang="en-IN" sz="1800" b="1"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xmlns="" id="{0F956741-8F68-4FD1-A5A2-FBBF75EDEE89}"/>
              </a:ext>
            </a:extLst>
          </p:cNvPr>
          <p:cNvGraphicFramePr>
            <a:graphicFrameLocks noGrp="1"/>
          </p:cNvGraphicFramePr>
          <p:nvPr>
            <p:extLst>
              <p:ext uri="{D42A27DB-BD31-4B8C-83A1-F6EECF244321}">
                <p14:modId xmlns:p14="http://schemas.microsoft.com/office/powerpoint/2010/main" val="2950936728"/>
              </p:ext>
            </p:extLst>
          </p:nvPr>
        </p:nvGraphicFramePr>
        <p:xfrm>
          <a:off x="188942" y="1735644"/>
          <a:ext cx="11885071" cy="3967065"/>
        </p:xfrm>
        <a:graphic>
          <a:graphicData uri="http://schemas.openxmlformats.org/drawingml/2006/table">
            <a:tbl>
              <a:tblPr firstRow="1" bandRow="1"/>
              <a:tblGrid>
                <a:gridCol w="1118748">
                  <a:extLst>
                    <a:ext uri="{9D8B030D-6E8A-4147-A177-3AD203B41FA5}">
                      <a16:colId xmlns:a16="http://schemas.microsoft.com/office/drawing/2014/main" xmlns="" val="1764710113"/>
                    </a:ext>
                  </a:extLst>
                </a:gridCol>
                <a:gridCol w="1425678">
                  <a:extLst>
                    <a:ext uri="{9D8B030D-6E8A-4147-A177-3AD203B41FA5}">
                      <a16:colId xmlns:a16="http://schemas.microsoft.com/office/drawing/2014/main" xmlns="" val="3548562719"/>
                    </a:ext>
                  </a:extLst>
                </a:gridCol>
                <a:gridCol w="2125639">
                  <a:extLst>
                    <a:ext uri="{9D8B030D-6E8A-4147-A177-3AD203B41FA5}">
                      <a16:colId xmlns:a16="http://schemas.microsoft.com/office/drawing/2014/main" xmlns="" val="1915633020"/>
                    </a:ext>
                  </a:extLst>
                </a:gridCol>
                <a:gridCol w="1979018">
                  <a:extLst>
                    <a:ext uri="{9D8B030D-6E8A-4147-A177-3AD203B41FA5}">
                      <a16:colId xmlns:a16="http://schemas.microsoft.com/office/drawing/2014/main" xmlns="" val="1832155160"/>
                    </a:ext>
                  </a:extLst>
                </a:gridCol>
                <a:gridCol w="2125612">
                  <a:extLst>
                    <a:ext uri="{9D8B030D-6E8A-4147-A177-3AD203B41FA5}">
                      <a16:colId xmlns:a16="http://schemas.microsoft.com/office/drawing/2014/main" xmlns="" val="708372134"/>
                    </a:ext>
                  </a:extLst>
                </a:gridCol>
                <a:gridCol w="1937135">
                  <a:extLst>
                    <a:ext uri="{9D8B030D-6E8A-4147-A177-3AD203B41FA5}">
                      <a16:colId xmlns:a16="http://schemas.microsoft.com/office/drawing/2014/main" xmlns="" val="3438480492"/>
                    </a:ext>
                  </a:extLst>
                </a:gridCol>
                <a:gridCol w="1173241">
                  <a:extLst>
                    <a:ext uri="{9D8B030D-6E8A-4147-A177-3AD203B41FA5}">
                      <a16:colId xmlns:a16="http://schemas.microsoft.com/office/drawing/2014/main" xmlns="" val="2717388764"/>
                    </a:ext>
                  </a:extLst>
                </a:gridCol>
              </a:tblGrid>
              <a:tr h="661178">
                <a:tc>
                  <a:txBody>
                    <a:bodyPr/>
                    <a:lstStyle/>
                    <a:p>
                      <a:pPr algn="just"/>
                      <a:r>
                        <a:rPr lang="en-IN" sz="1800" dirty="0">
                          <a:latin typeface="Times New Roman" panose="02020603050405020304" pitchFamily="18" charset="0"/>
                          <a:cs typeface="Times New Roman" panose="02020603050405020304" pitchFamily="18" charset="0"/>
                        </a:rPr>
                        <a:t>Test Case</a:t>
                      </a:r>
                    </a:p>
                  </a:txBody>
                  <a:tcPr/>
                </a:tc>
                <a:tc>
                  <a:txBody>
                    <a:bodyPr/>
                    <a:lstStyle/>
                    <a:p>
                      <a:pPr algn="just"/>
                      <a:r>
                        <a:rPr lang="en-IN" sz="1800" dirty="0">
                          <a:latin typeface="Times New Roman" panose="02020603050405020304" pitchFamily="18" charset="0"/>
                          <a:cs typeface="Times New Roman" panose="02020603050405020304" pitchFamily="18" charset="0"/>
                        </a:rPr>
                        <a:t>Test Name</a:t>
                      </a:r>
                    </a:p>
                  </a:txBody>
                  <a:tcPr/>
                </a:tc>
                <a:tc>
                  <a:txBody>
                    <a:bodyPr/>
                    <a:lstStyle/>
                    <a:p>
                      <a:pPr algn="just"/>
                      <a:r>
                        <a:rPr lang="en-IN" sz="1800">
                          <a:latin typeface="Times New Roman" panose="02020603050405020304" pitchFamily="18" charset="0"/>
                          <a:cs typeface="Times New Roman" panose="02020603050405020304" pitchFamily="18" charset="0"/>
                        </a:rPr>
                        <a:t>Test Description</a:t>
                      </a:r>
                    </a:p>
                  </a:txBody>
                  <a:tcPr/>
                </a:tc>
                <a:tc>
                  <a:txBody>
                    <a:bodyPr/>
                    <a:lstStyle/>
                    <a:p>
                      <a:pPr algn="just"/>
                      <a:r>
                        <a:rPr lang="en-IN" sz="1800">
                          <a:latin typeface="Times New Roman" panose="02020603050405020304" pitchFamily="18" charset="0"/>
                          <a:cs typeface="Times New Roman" panose="02020603050405020304" pitchFamily="18" charset="0"/>
                        </a:rPr>
                        <a:t>Input</a:t>
                      </a:r>
                    </a:p>
                  </a:txBody>
                  <a:tcPr/>
                </a:tc>
                <a:tc>
                  <a:txBody>
                    <a:bodyPr/>
                    <a:lstStyle/>
                    <a:p>
                      <a:pPr algn="just"/>
                      <a:r>
                        <a:rPr lang="en-IN" sz="1800">
                          <a:latin typeface="Times New Roman" panose="02020603050405020304" pitchFamily="18" charset="0"/>
                          <a:cs typeface="Times New Roman" panose="02020603050405020304" pitchFamily="18" charset="0"/>
                        </a:rPr>
                        <a:t>Expected Output</a:t>
                      </a:r>
                    </a:p>
                  </a:txBody>
                  <a:tcPr/>
                </a:tc>
                <a:tc>
                  <a:txBody>
                    <a:bodyPr/>
                    <a:lstStyle/>
                    <a:p>
                      <a:pPr algn="just"/>
                      <a:r>
                        <a:rPr lang="en-IN" sz="1800">
                          <a:latin typeface="Times New Roman" panose="02020603050405020304" pitchFamily="18" charset="0"/>
                          <a:cs typeface="Times New Roman" panose="02020603050405020304" pitchFamily="18" charset="0"/>
                        </a:rPr>
                        <a:t>Actual Output</a:t>
                      </a:r>
                    </a:p>
                  </a:txBody>
                  <a:tcPr/>
                </a:tc>
                <a:tc>
                  <a:txBody>
                    <a:bodyPr/>
                    <a:lstStyle/>
                    <a:p>
                      <a:pPr algn="just"/>
                      <a:r>
                        <a:rPr lang="en-IN" sz="1800">
                          <a:latin typeface="Times New Roman" panose="02020603050405020304" pitchFamily="18" charset="0"/>
                          <a:cs typeface="Times New Roman" panose="02020603050405020304" pitchFamily="18" charset="0"/>
                        </a:rPr>
                        <a:t>Test Result</a:t>
                      </a:r>
                    </a:p>
                  </a:txBody>
                  <a:tcPr/>
                </a:tc>
                <a:extLst>
                  <a:ext uri="{0D108BD9-81ED-4DB2-BD59-A6C34878D82A}">
                    <a16:rowId xmlns:a16="http://schemas.microsoft.com/office/drawing/2014/main" xmlns="" val="3613306583"/>
                  </a:ext>
                </a:extLst>
              </a:tr>
              <a:tr h="1794625">
                <a:tc>
                  <a:txBody>
                    <a:bodyPr/>
                    <a:lstStyle/>
                    <a:p>
                      <a:pPr algn="just"/>
                      <a:r>
                        <a:rPr lang="en-IN" sz="1800" dirty="0">
                          <a:latin typeface="Times New Roman" panose="02020603050405020304" pitchFamily="18" charset="0"/>
                          <a:cs typeface="Times New Roman" panose="02020603050405020304" pitchFamily="18" charset="0"/>
                        </a:rPr>
                        <a:t>UTC01</a:t>
                      </a:r>
                    </a:p>
                  </a:txBody>
                  <a:tcPr/>
                </a:tc>
                <a:tc>
                  <a:txBody>
                    <a:bodyPr/>
                    <a:lstStyle/>
                    <a:p>
                      <a:pPr algn="just"/>
                      <a:r>
                        <a:rPr lang="en-IN" sz="1800" dirty="0">
                          <a:latin typeface="Times New Roman" panose="02020603050405020304" pitchFamily="18" charset="0"/>
                          <a:cs typeface="Times New Roman" panose="02020603050405020304" pitchFamily="18" charset="0"/>
                        </a:rPr>
                        <a:t>User Model Functionality</a:t>
                      </a:r>
                    </a:p>
                  </a:txBody>
                  <a:tcPr/>
                </a:tc>
                <a:tc>
                  <a:txBody>
                    <a:bodyPr/>
                    <a:lstStyle/>
                    <a:p>
                      <a:pPr algn="just"/>
                      <a:r>
                        <a:rPr lang="en-US" sz="1800">
                          <a:latin typeface="Times New Roman" panose="02020603050405020304" pitchFamily="18" charset="0"/>
                          <a:cs typeface="Times New Roman" panose="02020603050405020304" pitchFamily="18" charset="0"/>
                        </a:rPr>
                        <a:t>To verify creation, validation, and password hashing of the CustomUser model.</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Valid and invalid user data (missing username, weak password, etc.)</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dirty="0">
                          <a:latin typeface="Times New Roman" panose="02020603050405020304" pitchFamily="18" charset="0"/>
                          <a:cs typeface="Times New Roman" panose="02020603050405020304" pitchFamily="18" charset="0"/>
                        </a:rPr>
                        <a:t>User is created successfully with valid data, errors are raised for missing fields, and password is hashed correctly.</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Model loads successfully and returns valid prediction output.</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IN" sz="1800">
                          <a:latin typeface="Times New Roman" panose="02020603050405020304" pitchFamily="18" charset="0"/>
                          <a:cs typeface="Times New Roman" panose="02020603050405020304" pitchFamily="18" charset="0"/>
                        </a:rPr>
                        <a:t>Success</a:t>
                      </a:r>
                    </a:p>
                  </a:txBody>
                  <a:tcPr/>
                </a:tc>
                <a:extLst>
                  <a:ext uri="{0D108BD9-81ED-4DB2-BD59-A6C34878D82A}">
                    <a16:rowId xmlns:a16="http://schemas.microsoft.com/office/drawing/2014/main" xmlns="" val="1630784236"/>
                  </a:ext>
                </a:extLst>
              </a:tr>
              <a:tr h="1511262">
                <a:tc>
                  <a:txBody>
                    <a:bodyPr/>
                    <a:lstStyle/>
                    <a:p>
                      <a:pPr algn="just"/>
                      <a:r>
                        <a:rPr lang="en-IN" sz="1800" dirty="0">
                          <a:latin typeface="Times New Roman" panose="02020603050405020304" pitchFamily="18" charset="0"/>
                          <a:cs typeface="Times New Roman" panose="02020603050405020304" pitchFamily="18" charset="0"/>
                        </a:rPr>
                        <a:t>UTC02</a:t>
                      </a:r>
                    </a:p>
                  </a:txBody>
                  <a:tcPr/>
                </a:tc>
                <a:tc>
                  <a:txBody>
                    <a:bodyPr/>
                    <a:lstStyle/>
                    <a:p>
                      <a:pPr algn="just"/>
                      <a:r>
                        <a:rPr lang="en-IN" sz="1800" dirty="0">
                          <a:latin typeface="Times New Roman" panose="02020603050405020304" pitchFamily="18" charset="0"/>
                          <a:cs typeface="Times New Roman" panose="02020603050405020304" pitchFamily="18" charset="0"/>
                        </a:rPr>
                        <a:t>OTP Generation</a:t>
                      </a:r>
                    </a:p>
                  </a:txBody>
                  <a:tcPr/>
                </a:tc>
                <a:tc>
                  <a:txBody>
                    <a:bodyPr/>
                    <a:lstStyle/>
                    <a:p>
                      <a:pPr algn="just"/>
                      <a:r>
                        <a:rPr lang="en-US" sz="1800">
                          <a:latin typeface="Times New Roman" panose="02020603050405020304" pitchFamily="18" charset="0"/>
                          <a:cs typeface="Times New Roman" panose="02020603050405020304" pitchFamily="18" charset="0"/>
                        </a:rPr>
                        <a:t>To test OTP generation, database storage, and expiry mechanism.</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dirty="0">
                          <a:latin typeface="Times New Roman" panose="02020603050405020304" pitchFamily="18" charset="0"/>
                          <a:cs typeface="Times New Roman" panose="02020603050405020304" pitchFamily="18" charset="0"/>
                        </a:rPr>
                        <a:t>OTP request for a registered user</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US" sz="1800" dirty="0">
                          <a:latin typeface="Times New Roman" panose="02020603050405020304" pitchFamily="18" charset="0"/>
                          <a:cs typeface="Times New Roman" panose="02020603050405020304" pitchFamily="18" charset="0"/>
                        </a:rPr>
                        <a:t>A 6-digit OTP is generated, stored, and correct</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US" sz="1800" dirty="0">
                          <a:latin typeface="Times New Roman" panose="02020603050405020304" pitchFamily="18" charset="0"/>
                          <a:cs typeface="Times New Roman" panose="02020603050405020304" pitchFamily="18" charset="0"/>
                        </a:rPr>
                        <a:t>OTP generated correctly, stored in model</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IN" sz="1800" dirty="0">
                          <a:latin typeface="Times New Roman" panose="02020603050405020304" pitchFamily="18" charset="0"/>
                          <a:cs typeface="Times New Roman" panose="02020603050405020304" pitchFamily="18" charset="0"/>
                        </a:rPr>
                        <a:t>Success</a:t>
                      </a:r>
                    </a:p>
                  </a:txBody>
                  <a:tcPr/>
                </a:tc>
                <a:extLst>
                  <a:ext uri="{0D108BD9-81ED-4DB2-BD59-A6C34878D82A}">
                    <a16:rowId xmlns:a16="http://schemas.microsoft.com/office/drawing/2014/main" xmlns="" val="2060505593"/>
                  </a:ext>
                </a:extLst>
              </a:tr>
            </a:tbl>
          </a:graphicData>
        </a:graphic>
      </p:graphicFrame>
    </p:spTree>
    <p:extLst>
      <p:ext uri="{BB962C8B-B14F-4D97-AF65-F5344CB8AC3E}">
        <p14:creationId xmlns:p14="http://schemas.microsoft.com/office/powerpoint/2010/main" val="42886880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D57CD388-6170-489D-A537-6B2BD2A3B4FB}"/>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A79511A7-6DDA-4784-AFEF-5B7AB144BE17}"/>
              </a:ext>
            </a:extLst>
          </p:cNvPr>
          <p:cNvSpPr>
            <a:spLocks noGrp="1"/>
          </p:cNvSpPr>
          <p:nvPr>
            <p:ph type="ftr" sz="quarter" idx="11"/>
          </p:nvPr>
        </p:nvSpPr>
        <p:spPr>
          <a:xfrm>
            <a:off x="3686185" y="6459785"/>
            <a:ext cx="4822804" cy="365125"/>
          </a:xfrm>
        </p:spPr>
        <p:txBody>
          <a:bodyPr/>
          <a:lstStyle/>
          <a:p>
            <a:r>
              <a:rPr lang="en-IN"/>
              <a:t>2025-26</a:t>
            </a:r>
          </a:p>
        </p:txBody>
      </p:sp>
      <p:sp>
        <p:nvSpPr>
          <p:cNvPr id="4" name="Slide Number Placeholder 3">
            <a:extLst>
              <a:ext uri="{FF2B5EF4-FFF2-40B4-BE49-F238E27FC236}">
                <a16:creationId xmlns:a16="http://schemas.microsoft.com/office/drawing/2014/main" xmlns="" id="{F054F16B-A57C-444D-B5BB-95E75533D299}"/>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28</a:t>
            </a:fld>
            <a:endParaRPr lang="en-IN"/>
          </a:p>
        </p:txBody>
      </p:sp>
      <p:pic>
        <p:nvPicPr>
          <p:cNvPr id="5" name="Picture 4">
            <a:extLst>
              <a:ext uri="{FF2B5EF4-FFF2-40B4-BE49-F238E27FC236}">
                <a16:creationId xmlns:a16="http://schemas.microsoft.com/office/drawing/2014/main" xmlns="" id="{8654A075-D38C-4708-9384-7EADBEA8084E}"/>
              </a:ext>
            </a:extLst>
          </p:cNvPr>
          <p:cNvPicPr>
            <a:picLocks noChangeAspect="1"/>
          </p:cNvPicPr>
          <p:nvPr/>
        </p:nvPicPr>
        <p:blipFill>
          <a:blip r:embed="rId2"/>
          <a:stretch>
            <a:fillRect/>
          </a:stretch>
        </p:blipFill>
        <p:spPr>
          <a:xfrm>
            <a:off x="10421908" y="198489"/>
            <a:ext cx="1581150" cy="876300"/>
          </a:xfrm>
          <a:prstGeom prst="rect">
            <a:avLst/>
          </a:prstGeom>
        </p:spPr>
      </p:pic>
      <p:sp>
        <p:nvSpPr>
          <p:cNvPr id="6" name="TextBox 5">
            <a:extLst>
              <a:ext uri="{FF2B5EF4-FFF2-40B4-BE49-F238E27FC236}">
                <a16:creationId xmlns:a16="http://schemas.microsoft.com/office/drawing/2014/main" xmlns="" id="{0D58B7C1-904B-4331-95DC-8084908DE8B8}"/>
              </a:ext>
            </a:extLst>
          </p:cNvPr>
          <p:cNvSpPr txBox="1"/>
          <p:nvPr/>
        </p:nvSpPr>
        <p:spPr>
          <a:xfrm>
            <a:off x="83976" y="33090"/>
            <a:ext cx="9060024" cy="215444"/>
          </a:xfrm>
          <a:prstGeom prst="rect">
            <a:avLst/>
          </a:prstGeom>
          <a:noFill/>
        </p:spPr>
        <p:txBody>
          <a:bodyPr wrap="square">
            <a:spAutoFit/>
          </a:bodyPr>
          <a:lstStyle/>
          <a:p>
            <a:pPr marL="0" algn="l" rtl="0" eaLnBrk="1" latinLnBrk="0" hangingPunct="1">
              <a:buNone/>
            </a:pPr>
            <a:r>
              <a:rPr lang="en-IN" sz="800" kern="1200" dirty="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effectLst/>
            </a:endParaRPr>
          </a:p>
        </p:txBody>
      </p:sp>
      <p:graphicFrame>
        <p:nvGraphicFramePr>
          <p:cNvPr id="7" name="Table 6">
            <a:extLst>
              <a:ext uri="{FF2B5EF4-FFF2-40B4-BE49-F238E27FC236}">
                <a16:creationId xmlns:a16="http://schemas.microsoft.com/office/drawing/2014/main" xmlns="" id="{1769682A-338A-4EA3-BD6C-E6A776A883DC}"/>
              </a:ext>
            </a:extLst>
          </p:cNvPr>
          <p:cNvGraphicFramePr>
            <a:graphicFrameLocks noGrp="1"/>
          </p:cNvGraphicFramePr>
          <p:nvPr>
            <p:extLst>
              <p:ext uri="{D42A27DB-BD31-4B8C-83A1-F6EECF244321}">
                <p14:modId xmlns:p14="http://schemas.microsoft.com/office/powerpoint/2010/main" val="952006143"/>
              </p:ext>
            </p:extLst>
          </p:nvPr>
        </p:nvGraphicFramePr>
        <p:xfrm>
          <a:off x="188942" y="1160206"/>
          <a:ext cx="11814114" cy="4896466"/>
        </p:xfrm>
        <a:graphic>
          <a:graphicData uri="http://schemas.openxmlformats.org/drawingml/2006/table">
            <a:tbl>
              <a:tblPr firstRow="1" bandRow="1"/>
              <a:tblGrid>
                <a:gridCol w="999214">
                  <a:extLst>
                    <a:ext uri="{9D8B030D-6E8A-4147-A177-3AD203B41FA5}">
                      <a16:colId xmlns:a16="http://schemas.microsoft.com/office/drawing/2014/main" xmlns="" val="3553134890"/>
                    </a:ext>
                  </a:extLst>
                </a:gridCol>
                <a:gridCol w="1134525">
                  <a:extLst>
                    <a:ext uri="{9D8B030D-6E8A-4147-A177-3AD203B41FA5}">
                      <a16:colId xmlns:a16="http://schemas.microsoft.com/office/drawing/2014/main" xmlns="" val="3093012924"/>
                    </a:ext>
                  </a:extLst>
                </a:gridCol>
                <a:gridCol w="2508444">
                  <a:extLst>
                    <a:ext uri="{9D8B030D-6E8A-4147-A177-3AD203B41FA5}">
                      <a16:colId xmlns:a16="http://schemas.microsoft.com/office/drawing/2014/main" xmlns="" val="3413917862"/>
                    </a:ext>
                  </a:extLst>
                </a:gridCol>
                <a:gridCol w="1967203">
                  <a:extLst>
                    <a:ext uri="{9D8B030D-6E8A-4147-A177-3AD203B41FA5}">
                      <a16:colId xmlns:a16="http://schemas.microsoft.com/office/drawing/2014/main" xmlns="" val="2170773558"/>
                    </a:ext>
                  </a:extLst>
                </a:gridCol>
                <a:gridCol w="2112922">
                  <a:extLst>
                    <a:ext uri="{9D8B030D-6E8A-4147-A177-3AD203B41FA5}">
                      <a16:colId xmlns:a16="http://schemas.microsoft.com/office/drawing/2014/main" xmlns="" val="1620018930"/>
                    </a:ext>
                  </a:extLst>
                </a:gridCol>
                <a:gridCol w="1925569">
                  <a:extLst>
                    <a:ext uri="{9D8B030D-6E8A-4147-A177-3AD203B41FA5}">
                      <a16:colId xmlns:a16="http://schemas.microsoft.com/office/drawing/2014/main" xmlns="" val="555222249"/>
                    </a:ext>
                  </a:extLst>
                </a:gridCol>
                <a:gridCol w="1166237">
                  <a:extLst>
                    <a:ext uri="{9D8B030D-6E8A-4147-A177-3AD203B41FA5}">
                      <a16:colId xmlns:a16="http://schemas.microsoft.com/office/drawing/2014/main" xmlns="" val="2570250666"/>
                    </a:ext>
                  </a:extLst>
                </a:gridCol>
              </a:tblGrid>
              <a:tr h="1476712">
                <a:tc>
                  <a:txBody>
                    <a:bodyPr/>
                    <a:lstStyle/>
                    <a:p>
                      <a:pPr algn="just"/>
                      <a:r>
                        <a:rPr lang="en-IN" sz="1800" dirty="0">
                          <a:latin typeface="Times New Roman" panose="02020603050405020304" pitchFamily="18" charset="0"/>
                          <a:cs typeface="Times New Roman" panose="02020603050405020304" pitchFamily="18" charset="0"/>
                        </a:rPr>
                        <a:t>UTC03</a:t>
                      </a:r>
                    </a:p>
                  </a:txBody>
                  <a:tcPr/>
                </a:tc>
                <a:tc>
                  <a:txBody>
                    <a:bodyPr/>
                    <a:lstStyle/>
                    <a:p>
                      <a:pPr algn="just"/>
                      <a:r>
                        <a:rPr lang="en-IN" sz="1800">
                          <a:latin typeface="Times New Roman" panose="02020603050405020304" pitchFamily="18" charset="0"/>
                          <a:cs typeface="Times New Roman" panose="02020603050405020304" pitchFamily="18" charset="0"/>
                        </a:rPr>
                        <a:t>Form Validation (Registration &amp; Login)</a:t>
                      </a:r>
                    </a:p>
                  </a:txBody>
                  <a:tcPr/>
                </a:tc>
                <a:tc>
                  <a:txBody>
                    <a:bodyPr/>
                    <a:lstStyle/>
                    <a:p>
                      <a:pPr algn="just"/>
                      <a:r>
                        <a:rPr lang="en-IN" sz="1800" dirty="0">
                          <a:latin typeface="Times New Roman" panose="02020603050405020304" pitchFamily="18" charset="0"/>
                          <a:cs typeface="Times New Roman" panose="02020603050405020304" pitchFamily="18" charset="0"/>
                        </a:rPr>
                        <a:t>To validate input data for </a:t>
                      </a:r>
                      <a:r>
                        <a:rPr lang="en-IN" sz="1800" dirty="0" err="1">
                          <a:latin typeface="Times New Roman" panose="02020603050405020304" pitchFamily="18" charset="0"/>
                          <a:cs typeface="Times New Roman" panose="02020603050405020304" pitchFamily="18" charset="0"/>
                        </a:rPr>
                        <a:t>RegistrationForm</a:t>
                      </a:r>
                      <a:r>
                        <a:rPr lang="en-IN" sz="1800" dirty="0">
                          <a:latin typeface="Times New Roman" panose="02020603050405020304" pitchFamily="18" charset="0"/>
                          <a:cs typeface="Times New Roman" panose="02020603050405020304" pitchFamily="18" charset="0"/>
                        </a:rPr>
                        <a:t> and </a:t>
                      </a:r>
                      <a:r>
                        <a:rPr lang="en-IN" sz="1800" dirty="0" err="1">
                          <a:latin typeface="Times New Roman" panose="02020603050405020304" pitchFamily="18" charset="0"/>
                          <a:cs typeface="Times New Roman" panose="02020603050405020304" pitchFamily="18" charset="0"/>
                        </a:rPr>
                        <a:t>LoginForm</a:t>
                      </a:r>
                      <a:r>
                        <a:rPr lang="en-IN" sz="1800" dirty="0">
                          <a:latin typeface="Times New Roman" panose="02020603050405020304" pitchFamily="18" charset="0"/>
                          <a:cs typeface="Times New Roman" panose="02020603050405020304" pitchFamily="18" charset="0"/>
                        </a:rPr>
                        <a:t>.</a:t>
                      </a:r>
                    </a:p>
                  </a:txBody>
                  <a:tcPr/>
                </a:tc>
                <a:tc>
                  <a:txBody>
                    <a:bodyPr/>
                    <a:lstStyle/>
                    <a:p>
                      <a:pPr algn="just"/>
                      <a:r>
                        <a:rPr lang="en-US" sz="1800">
                          <a:latin typeface="Times New Roman" panose="02020603050405020304" pitchFamily="18" charset="0"/>
                          <a:cs typeface="Times New Roman" panose="02020603050405020304" pitchFamily="18" charset="0"/>
                        </a:rPr>
                        <a:t>Valid/invalid email, password, and username combinations</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Forms accept valid inputs, reject invalid/duplicate entries.</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Validation and error handling performed as expected.</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IN" sz="1800">
                          <a:latin typeface="Times New Roman" panose="02020603050405020304" pitchFamily="18" charset="0"/>
                          <a:cs typeface="Times New Roman" panose="02020603050405020304" pitchFamily="18" charset="0"/>
                        </a:rPr>
                        <a:t>Success</a:t>
                      </a:r>
                    </a:p>
                  </a:txBody>
                  <a:tcPr/>
                </a:tc>
                <a:extLst>
                  <a:ext uri="{0D108BD9-81ED-4DB2-BD59-A6C34878D82A}">
                    <a16:rowId xmlns:a16="http://schemas.microsoft.com/office/drawing/2014/main" xmlns="" val="3136290158"/>
                  </a:ext>
                </a:extLst>
              </a:tr>
              <a:tr h="1943042">
                <a:tc>
                  <a:txBody>
                    <a:bodyPr/>
                    <a:lstStyle/>
                    <a:p>
                      <a:pPr algn="just"/>
                      <a:r>
                        <a:rPr lang="en-IN" sz="1800">
                          <a:latin typeface="Times New Roman" panose="02020603050405020304" pitchFamily="18" charset="0"/>
                          <a:cs typeface="Times New Roman" panose="02020603050405020304" pitchFamily="18" charset="0"/>
                        </a:rPr>
                        <a:t>UTC04</a:t>
                      </a:r>
                    </a:p>
                  </a:txBody>
                  <a:tcPr/>
                </a:tc>
                <a:tc>
                  <a:txBody>
                    <a:bodyPr/>
                    <a:lstStyle/>
                    <a:p>
                      <a:pPr algn="just"/>
                      <a:r>
                        <a:rPr lang="en-IN" sz="1800">
                          <a:latin typeface="Times New Roman" panose="02020603050405020304" pitchFamily="18" charset="0"/>
                          <a:cs typeface="Times New Roman" panose="02020603050405020304" pitchFamily="18" charset="0"/>
                        </a:rPr>
                        <a:t>EEG Data Preprocessing</a:t>
                      </a:r>
                    </a:p>
                  </a:txBody>
                  <a:tcPr/>
                </a:tc>
                <a:tc>
                  <a:txBody>
                    <a:bodyPr/>
                    <a:lstStyle/>
                    <a:p>
                      <a:pPr algn="just"/>
                      <a:r>
                        <a:rPr lang="en-US" sz="1800" dirty="0">
                          <a:latin typeface="Times New Roman" panose="02020603050405020304" pitchFamily="18" charset="0"/>
                          <a:cs typeface="Times New Roman" panose="02020603050405020304" pitchFamily="18" charset="0"/>
                        </a:rPr>
                        <a:t>To verify preprocessing steps using MNE-Python functions.</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EEG </a:t>
                      </a:r>
                      <a:r>
                        <a:rPr lang="en-US" sz="1800" kern="1200">
                          <a:solidFill>
                            <a:schemeClr val="tx1"/>
                          </a:solidFill>
                          <a:latin typeface="Times New Roman" panose="02020603050405020304" pitchFamily="18" charset="0"/>
                          <a:ea typeface="+mn-ea"/>
                          <a:cs typeface="Times New Roman" panose="02020603050405020304" pitchFamily="18" charset="0"/>
                        </a:rPr>
                        <a:t>.edf</a:t>
                      </a:r>
                      <a:r>
                        <a:rPr lang="en-US" sz="1800">
                          <a:latin typeface="Times New Roman" panose="02020603050405020304" pitchFamily="18" charset="0"/>
                          <a:cs typeface="Times New Roman" panose="02020603050405020304" pitchFamily="18" charset="0"/>
                        </a:rPr>
                        <a:t> files (valid and invalid)</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Data loaded, filtered (0.5–45 Hz), resampled to 256 Hz, ICA applied, normalized, and windowed correctly.</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Each preprocessing function executed correctly, invalid files handled gracefully.</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IN" sz="1800">
                          <a:latin typeface="Times New Roman" panose="02020603050405020304" pitchFamily="18" charset="0"/>
                          <a:cs typeface="Times New Roman" panose="02020603050405020304" pitchFamily="18" charset="0"/>
                        </a:rPr>
                        <a:t>Success</a:t>
                      </a:r>
                    </a:p>
                  </a:txBody>
                  <a:tcPr/>
                </a:tc>
                <a:extLst>
                  <a:ext uri="{0D108BD9-81ED-4DB2-BD59-A6C34878D82A}">
                    <a16:rowId xmlns:a16="http://schemas.microsoft.com/office/drawing/2014/main" xmlns="" val="1735844990"/>
                  </a:ext>
                </a:extLst>
              </a:tr>
              <a:tr h="1476712">
                <a:tc>
                  <a:txBody>
                    <a:bodyPr/>
                    <a:lstStyle/>
                    <a:p>
                      <a:pPr algn="just"/>
                      <a:r>
                        <a:rPr lang="en-IN" sz="1800">
                          <a:latin typeface="Times New Roman" panose="02020603050405020304" pitchFamily="18" charset="0"/>
                          <a:cs typeface="Times New Roman" panose="02020603050405020304" pitchFamily="18" charset="0"/>
                        </a:rPr>
                        <a:t>UTC05</a:t>
                      </a:r>
                    </a:p>
                  </a:txBody>
                  <a:tcPr/>
                </a:tc>
                <a:tc>
                  <a:txBody>
                    <a:bodyPr/>
                    <a:lstStyle/>
                    <a:p>
                      <a:pPr algn="just"/>
                      <a:r>
                        <a:rPr lang="en-US" sz="1800">
                          <a:latin typeface="Times New Roman" panose="02020603050405020304" pitchFamily="18" charset="0"/>
                          <a:cs typeface="Times New Roman" panose="02020603050405020304" pitchFamily="18" charset="0"/>
                        </a:rPr>
                        <a:t>Keras Model Loading and Prediction</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To ensure model loads and performs prediction with correct input shape.</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Dummy EEG input of shape (1, 19, 256)</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dirty="0">
                          <a:latin typeface="Times New Roman" panose="02020603050405020304" pitchFamily="18" charset="0"/>
                          <a:cs typeface="Times New Roman" panose="02020603050405020304" pitchFamily="18" charset="0"/>
                        </a:rPr>
                        <a:t>Model loads successfully and returns valid prediction output.</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Model loaded without error and predicted correctly.</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IN" sz="1800" dirty="0">
                          <a:latin typeface="Times New Roman" panose="02020603050405020304" pitchFamily="18" charset="0"/>
                          <a:cs typeface="Times New Roman" panose="02020603050405020304" pitchFamily="18" charset="0"/>
                        </a:rPr>
                        <a:t>Success</a:t>
                      </a:r>
                    </a:p>
                  </a:txBody>
                  <a:tcPr/>
                </a:tc>
                <a:extLst>
                  <a:ext uri="{0D108BD9-81ED-4DB2-BD59-A6C34878D82A}">
                    <a16:rowId xmlns:a16="http://schemas.microsoft.com/office/drawing/2014/main" xmlns="" val="554589556"/>
                  </a:ext>
                </a:extLst>
              </a:tr>
            </a:tbl>
          </a:graphicData>
        </a:graphic>
      </p:graphicFrame>
    </p:spTree>
    <p:extLst>
      <p:ext uri="{BB962C8B-B14F-4D97-AF65-F5344CB8AC3E}">
        <p14:creationId xmlns:p14="http://schemas.microsoft.com/office/powerpoint/2010/main" val="242575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CF527BE-3BB2-4CA1-9618-79BE86DD436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F26453B4-C0CE-4079-8F88-57882DB1FEBB}"/>
              </a:ext>
            </a:extLst>
          </p:cNvPr>
          <p:cNvSpPr>
            <a:spLocks noGrp="1"/>
          </p:cNvSpPr>
          <p:nvPr>
            <p:ph type="ftr" sz="quarter" idx="11"/>
          </p:nvPr>
        </p:nvSpPr>
        <p:spPr>
          <a:xfrm>
            <a:off x="3686185" y="6459785"/>
            <a:ext cx="4822804" cy="365125"/>
          </a:xfrm>
        </p:spPr>
        <p:txBody>
          <a:bodyPr/>
          <a:lstStyle/>
          <a:p>
            <a:r>
              <a:rPr lang="en-IN"/>
              <a:t>2025-26</a:t>
            </a:r>
          </a:p>
        </p:txBody>
      </p:sp>
      <p:sp>
        <p:nvSpPr>
          <p:cNvPr id="4" name="Slide Number Placeholder 3">
            <a:extLst>
              <a:ext uri="{FF2B5EF4-FFF2-40B4-BE49-F238E27FC236}">
                <a16:creationId xmlns:a16="http://schemas.microsoft.com/office/drawing/2014/main" xmlns="" id="{B3E21C1E-22A1-4C80-A0BF-E41A441AD6D0}"/>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29</a:t>
            </a:fld>
            <a:endParaRPr lang="en-IN"/>
          </a:p>
        </p:txBody>
      </p:sp>
      <p:pic>
        <p:nvPicPr>
          <p:cNvPr id="5" name="Picture 4">
            <a:extLst>
              <a:ext uri="{FF2B5EF4-FFF2-40B4-BE49-F238E27FC236}">
                <a16:creationId xmlns:a16="http://schemas.microsoft.com/office/drawing/2014/main" xmlns="" id="{38B757B9-0255-46A3-8524-011D0411DD75}"/>
              </a:ext>
            </a:extLst>
          </p:cNvPr>
          <p:cNvPicPr>
            <a:picLocks noChangeAspect="1"/>
          </p:cNvPicPr>
          <p:nvPr/>
        </p:nvPicPr>
        <p:blipFill>
          <a:blip r:embed="rId2"/>
          <a:stretch>
            <a:fillRect/>
          </a:stretch>
        </p:blipFill>
        <p:spPr>
          <a:xfrm>
            <a:off x="10421908" y="198489"/>
            <a:ext cx="1581150" cy="876300"/>
          </a:xfrm>
          <a:prstGeom prst="rect">
            <a:avLst/>
          </a:prstGeom>
        </p:spPr>
      </p:pic>
      <p:sp>
        <p:nvSpPr>
          <p:cNvPr id="6" name="TextBox 5">
            <a:extLst>
              <a:ext uri="{FF2B5EF4-FFF2-40B4-BE49-F238E27FC236}">
                <a16:creationId xmlns:a16="http://schemas.microsoft.com/office/drawing/2014/main" xmlns="" id="{6F0FEFD3-4401-412F-BB3C-4EE562E05F04}"/>
              </a:ext>
            </a:extLst>
          </p:cNvPr>
          <p:cNvSpPr txBox="1"/>
          <p:nvPr/>
        </p:nvSpPr>
        <p:spPr>
          <a:xfrm>
            <a:off x="88490" y="33091"/>
            <a:ext cx="9055510" cy="215444"/>
          </a:xfrm>
          <a:prstGeom prst="rect">
            <a:avLst/>
          </a:prstGeom>
          <a:noFill/>
        </p:spPr>
        <p:txBody>
          <a:bodyPr wrap="square">
            <a:spAutoFit/>
          </a:bodyPr>
          <a:lstStyle/>
          <a:p>
            <a:pPr marL="0" algn="l"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sp>
        <p:nvSpPr>
          <p:cNvPr id="7" name="TextBox 6">
            <a:extLst>
              <a:ext uri="{FF2B5EF4-FFF2-40B4-BE49-F238E27FC236}">
                <a16:creationId xmlns:a16="http://schemas.microsoft.com/office/drawing/2014/main" xmlns="" id="{A65D4B5A-529C-4CF6-B023-296BDFEBB9CC}"/>
              </a:ext>
            </a:extLst>
          </p:cNvPr>
          <p:cNvSpPr txBox="1"/>
          <p:nvPr/>
        </p:nvSpPr>
        <p:spPr>
          <a:xfrm>
            <a:off x="727586" y="491613"/>
            <a:ext cx="8416413" cy="458074"/>
          </a:xfrm>
          <a:prstGeom prst="rect">
            <a:avLst/>
          </a:prstGeom>
          <a:noFill/>
        </p:spPr>
        <p:txBody>
          <a:bodyPr wrap="square">
            <a:spAutoFit/>
          </a:bodyPr>
          <a:lstStyle/>
          <a:p>
            <a:pPr algn="just">
              <a:lnSpc>
                <a:spcPct val="150000"/>
              </a:lnSpc>
            </a:pPr>
            <a:r>
              <a:rPr lang="en-US" b="1">
                <a:latin typeface="Times New Roman" panose="02020603050405020304" pitchFamily="18" charset="0"/>
                <a:cs typeface="Times New Roman" panose="02020603050405020304" pitchFamily="18" charset="0"/>
              </a:rPr>
              <a:t>  2. INTEGRATED TESTING</a:t>
            </a:r>
            <a:r>
              <a:rPr lang="en-US" sz="1800" b="1">
                <a:latin typeface="Times New Roman" panose="02020603050405020304" pitchFamily="18" charset="0"/>
                <a:cs typeface="Times New Roman" panose="02020603050405020304" pitchFamily="18" charset="0"/>
              </a:rPr>
              <a:t>:</a:t>
            </a:r>
            <a:endParaRPr lang="en-IN" sz="1800" b="1"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xmlns="" id="{94B79CD9-E27E-41E0-93FB-3B78B14037C3}"/>
              </a:ext>
            </a:extLst>
          </p:cNvPr>
          <p:cNvGraphicFramePr>
            <a:graphicFrameLocks noGrp="1"/>
          </p:cNvGraphicFramePr>
          <p:nvPr>
            <p:extLst>
              <p:ext uri="{D42A27DB-BD31-4B8C-83A1-F6EECF244321}">
                <p14:modId xmlns:p14="http://schemas.microsoft.com/office/powerpoint/2010/main" val="1582657408"/>
              </p:ext>
            </p:extLst>
          </p:nvPr>
        </p:nvGraphicFramePr>
        <p:xfrm>
          <a:off x="870821" y="1405375"/>
          <a:ext cx="9901082" cy="4353258"/>
        </p:xfrm>
        <a:graphic>
          <a:graphicData uri="http://schemas.openxmlformats.org/drawingml/2006/table">
            <a:tbl>
              <a:tblPr firstRow="1" bandRow="1">
                <a:tableStyleId>{5940675A-B579-460E-94D1-54222C63F5DA}</a:tableStyleId>
              </a:tblPr>
              <a:tblGrid>
                <a:gridCol w="2480842">
                  <a:extLst>
                    <a:ext uri="{9D8B030D-6E8A-4147-A177-3AD203B41FA5}">
                      <a16:colId xmlns:a16="http://schemas.microsoft.com/office/drawing/2014/main" xmlns="" val="4101911043"/>
                    </a:ext>
                  </a:extLst>
                </a:gridCol>
                <a:gridCol w="7420240">
                  <a:extLst>
                    <a:ext uri="{9D8B030D-6E8A-4147-A177-3AD203B41FA5}">
                      <a16:colId xmlns:a16="http://schemas.microsoft.com/office/drawing/2014/main" xmlns="" val="2587503188"/>
                    </a:ext>
                  </a:extLst>
                </a:gridCol>
              </a:tblGrid>
              <a:tr h="522719">
                <a:tc>
                  <a:txBody>
                    <a:bodyPr/>
                    <a:lstStyle/>
                    <a:p>
                      <a:pPr algn="just"/>
                      <a:r>
                        <a:rPr lang="en-US" dirty="0">
                          <a:latin typeface="Times New Roman" panose="02020603050405020304" pitchFamily="18" charset="0"/>
                          <a:cs typeface="Times New Roman" panose="02020603050405020304" pitchFamily="18" charset="0"/>
                        </a:rPr>
                        <a:t>Test Case</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a:latin typeface="Times New Roman" panose="02020603050405020304" pitchFamily="18" charset="0"/>
                          <a:cs typeface="Times New Roman" panose="02020603050405020304" pitchFamily="18" charset="0"/>
                        </a:rPr>
                        <a:t>ITC01</a:t>
                      </a:r>
                    </a:p>
                  </a:txBody>
                  <a:tcPr/>
                </a:tc>
                <a:extLst>
                  <a:ext uri="{0D108BD9-81ED-4DB2-BD59-A6C34878D82A}">
                    <a16:rowId xmlns:a16="http://schemas.microsoft.com/office/drawing/2014/main" xmlns="" val="3863623940"/>
                  </a:ext>
                </a:extLst>
              </a:tr>
              <a:tr h="522719">
                <a:tc>
                  <a:txBody>
                    <a:bodyPr/>
                    <a:lstStyle/>
                    <a:p>
                      <a:pPr algn="just"/>
                      <a:r>
                        <a:rPr lang="en-US">
                          <a:latin typeface="Times New Roman" panose="02020603050405020304" pitchFamily="18" charset="0"/>
                          <a:cs typeface="Times New Roman" panose="02020603050405020304" pitchFamily="18" charset="0"/>
                        </a:rPr>
                        <a:t>Test Name</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a:latin typeface="Times New Roman" panose="02020603050405020304" pitchFamily="18" charset="0"/>
                          <a:cs typeface="Times New Roman" panose="02020603050405020304" pitchFamily="18" charset="0"/>
                        </a:rPr>
                        <a:t>Module Interaction and Data Flow Validation</a:t>
                      </a:r>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3348611462"/>
                  </a:ext>
                </a:extLst>
              </a:tr>
              <a:tr h="673548">
                <a:tc>
                  <a:txBody>
                    <a:bodyPr/>
                    <a:lstStyle/>
                    <a:p>
                      <a:pPr algn="just"/>
                      <a:r>
                        <a:rPr lang="en-US">
                          <a:latin typeface="Times New Roman" panose="02020603050405020304" pitchFamily="18" charset="0"/>
                          <a:cs typeface="Times New Roman" panose="02020603050405020304" pitchFamily="18" charset="0"/>
                        </a:rPr>
                        <a:t>Test Description</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a:latin typeface="Times New Roman" panose="02020603050405020304" pitchFamily="18" charset="0"/>
                          <a:cs typeface="Times New Roman" panose="02020603050405020304" pitchFamily="18" charset="0"/>
                        </a:rPr>
                        <a:t>To verify that integrated modules function correctly and data flows seamlessly between system components.</a:t>
                      </a:r>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3079092334"/>
                  </a:ext>
                </a:extLst>
              </a:tr>
              <a:tr h="522719">
                <a:tc>
                  <a:txBody>
                    <a:bodyPr/>
                    <a:lstStyle/>
                    <a:p>
                      <a:pPr algn="just"/>
                      <a:r>
                        <a:rPr lang="en-US">
                          <a:latin typeface="Times New Roman" panose="02020603050405020304" pitchFamily="18" charset="0"/>
                          <a:cs typeface="Times New Roman" panose="02020603050405020304" pitchFamily="18" charset="0"/>
                        </a:rPr>
                        <a:t>Input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a:latin typeface="Times New Roman" panose="02020603050405020304" pitchFamily="18" charset="0"/>
                          <a:cs typeface="Times New Roman" panose="02020603050405020304" pitchFamily="18" charset="0"/>
                        </a:rPr>
                        <a:t>User registration, login, EEG file upload, and prediction requests.</a:t>
                      </a:r>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262227948"/>
                  </a:ext>
                </a:extLst>
              </a:tr>
              <a:tr h="915286">
                <a:tc>
                  <a:txBody>
                    <a:bodyPr/>
                    <a:lstStyle/>
                    <a:p>
                      <a:pPr algn="just"/>
                      <a:r>
                        <a:rPr lang="en-US">
                          <a:latin typeface="Times New Roman" panose="02020603050405020304" pitchFamily="18" charset="0"/>
                          <a:cs typeface="Times New Roman" panose="02020603050405020304" pitchFamily="18" charset="0"/>
                        </a:rPr>
                        <a:t>Expected Output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a:latin typeface="Times New Roman" panose="02020603050405020304" pitchFamily="18" charset="0"/>
                          <a:cs typeface="Times New Roman" panose="02020603050405020304" pitchFamily="18" charset="0"/>
                        </a:rPr>
                        <a:t>Successful user creation and authentication, proper preprocessing of EEG data, and accurate model prediction with a JSON response.</a:t>
                      </a:r>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072077399"/>
                  </a:ext>
                </a:extLst>
              </a:tr>
              <a:tr h="673548">
                <a:tc>
                  <a:txBody>
                    <a:bodyPr/>
                    <a:lstStyle/>
                    <a:p>
                      <a:pPr algn="just"/>
                      <a:r>
                        <a:rPr lang="en-US">
                          <a:latin typeface="Times New Roman" panose="02020603050405020304" pitchFamily="18" charset="0"/>
                          <a:cs typeface="Times New Roman" panose="02020603050405020304" pitchFamily="18" charset="0"/>
                        </a:rPr>
                        <a:t>Actual Output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All modules interacted correctly-registration, login, preprocessing, and prediction executed smoothly with consistent data flow.</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696254971"/>
                  </a:ext>
                </a:extLst>
              </a:tr>
              <a:tr h="522719">
                <a:tc>
                  <a:txBody>
                    <a:bodyPr/>
                    <a:lstStyle/>
                    <a:p>
                      <a:pPr algn="just"/>
                      <a:r>
                        <a:rPr lang="en-US">
                          <a:latin typeface="Times New Roman" panose="02020603050405020304" pitchFamily="18" charset="0"/>
                          <a:cs typeface="Times New Roman" panose="02020603050405020304" pitchFamily="18" charset="0"/>
                        </a:rPr>
                        <a:t>Test Result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IN">
                          <a:latin typeface="Times New Roman" panose="02020603050405020304" pitchFamily="18" charset="0"/>
                          <a:cs typeface="Times New Roman" panose="02020603050405020304" pitchFamily="18" charset="0"/>
                        </a:rPr>
                        <a:t>Success</a:t>
                      </a:r>
                    </a:p>
                  </a:txBody>
                  <a:tcPr/>
                </a:tc>
                <a:extLst>
                  <a:ext uri="{0D108BD9-81ED-4DB2-BD59-A6C34878D82A}">
                    <a16:rowId xmlns:a16="http://schemas.microsoft.com/office/drawing/2014/main" xmlns="" val="4268969255"/>
                  </a:ext>
                </a:extLst>
              </a:tr>
            </a:tbl>
          </a:graphicData>
        </a:graphic>
      </p:graphicFrame>
    </p:spTree>
    <p:extLst>
      <p:ext uri="{BB962C8B-B14F-4D97-AF65-F5344CB8AC3E}">
        <p14:creationId xmlns:p14="http://schemas.microsoft.com/office/powerpoint/2010/main" val="17457553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90C4E6A4-F68B-4DDD-990D-60CFF2F7D13E}"/>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A6595D1B-D07A-46E0-9263-80EAE4CBDF05}"/>
              </a:ext>
            </a:extLst>
          </p:cNvPr>
          <p:cNvSpPr>
            <a:spLocks noGrp="1"/>
          </p:cNvSpPr>
          <p:nvPr>
            <p:ph type="ftr" sz="quarter" idx="11"/>
          </p:nvPr>
        </p:nvSpPr>
        <p:spPr>
          <a:xfrm>
            <a:off x="3686185" y="6459785"/>
            <a:ext cx="4822804" cy="365125"/>
          </a:xfrm>
        </p:spPr>
        <p:txBody>
          <a:bodyPr/>
          <a:lstStyle/>
          <a:p>
            <a:r>
              <a:rPr lang="en-IN"/>
              <a:t>2025-26</a:t>
            </a:r>
          </a:p>
        </p:txBody>
      </p:sp>
      <p:sp>
        <p:nvSpPr>
          <p:cNvPr id="4" name="Slide Number Placeholder 3">
            <a:extLst>
              <a:ext uri="{FF2B5EF4-FFF2-40B4-BE49-F238E27FC236}">
                <a16:creationId xmlns:a16="http://schemas.microsoft.com/office/drawing/2014/main" xmlns="" id="{CE710F18-C814-48A9-9296-7D19FC001A4F}"/>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30</a:t>
            </a:fld>
            <a:endParaRPr lang="en-IN"/>
          </a:p>
        </p:txBody>
      </p:sp>
      <p:pic>
        <p:nvPicPr>
          <p:cNvPr id="5" name="Picture 4">
            <a:extLst>
              <a:ext uri="{FF2B5EF4-FFF2-40B4-BE49-F238E27FC236}">
                <a16:creationId xmlns:a16="http://schemas.microsoft.com/office/drawing/2014/main" xmlns="" id="{0D2C658E-1AB7-4021-B96C-BADF2E50B3FA}"/>
              </a:ext>
            </a:extLst>
          </p:cNvPr>
          <p:cNvPicPr>
            <a:picLocks noChangeAspect="1"/>
          </p:cNvPicPr>
          <p:nvPr/>
        </p:nvPicPr>
        <p:blipFill>
          <a:blip r:embed="rId2"/>
          <a:stretch>
            <a:fillRect/>
          </a:stretch>
        </p:blipFill>
        <p:spPr>
          <a:xfrm>
            <a:off x="10421908" y="129663"/>
            <a:ext cx="1581150" cy="876300"/>
          </a:xfrm>
          <a:prstGeom prst="rect">
            <a:avLst/>
          </a:prstGeom>
        </p:spPr>
      </p:pic>
      <p:sp>
        <p:nvSpPr>
          <p:cNvPr id="6" name="TextBox 5">
            <a:extLst>
              <a:ext uri="{FF2B5EF4-FFF2-40B4-BE49-F238E27FC236}">
                <a16:creationId xmlns:a16="http://schemas.microsoft.com/office/drawing/2014/main" xmlns="" id="{167AAE80-C4E8-456E-8BE2-090BAD5C33BD}"/>
              </a:ext>
            </a:extLst>
          </p:cNvPr>
          <p:cNvSpPr txBox="1"/>
          <p:nvPr/>
        </p:nvSpPr>
        <p:spPr>
          <a:xfrm>
            <a:off x="188942" y="129663"/>
            <a:ext cx="8955058" cy="215444"/>
          </a:xfrm>
          <a:prstGeom prst="rect">
            <a:avLst/>
          </a:prstGeom>
          <a:noFill/>
        </p:spPr>
        <p:txBody>
          <a:bodyPr wrap="square">
            <a:spAutoFit/>
          </a:bodyPr>
          <a:lstStyle/>
          <a:p>
            <a:pPr marL="0" algn="l"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sp>
        <p:nvSpPr>
          <p:cNvPr id="7" name="TextBox 6">
            <a:extLst>
              <a:ext uri="{FF2B5EF4-FFF2-40B4-BE49-F238E27FC236}">
                <a16:creationId xmlns:a16="http://schemas.microsoft.com/office/drawing/2014/main" xmlns="" id="{0311F3C5-49D4-46F3-845D-79A8764B052E}"/>
              </a:ext>
            </a:extLst>
          </p:cNvPr>
          <p:cNvSpPr txBox="1"/>
          <p:nvPr/>
        </p:nvSpPr>
        <p:spPr>
          <a:xfrm>
            <a:off x="511277" y="707923"/>
            <a:ext cx="8632723" cy="369332"/>
          </a:xfrm>
          <a:prstGeom prst="rect">
            <a:avLst/>
          </a:prstGeom>
          <a:noFill/>
        </p:spPr>
        <p:txBody>
          <a:bodyPr wrap="square">
            <a:spAutoFit/>
          </a:bodyPr>
          <a:lstStyle/>
          <a:p>
            <a:r>
              <a:rPr lang="en-US" b="1">
                <a:latin typeface="Times New Roman" panose="02020603050405020304" pitchFamily="18" charset="0"/>
                <a:cs typeface="Times New Roman" panose="02020603050405020304" pitchFamily="18" charset="0"/>
              </a:rPr>
              <a:t>3. SYSTEM TESTING</a:t>
            </a:r>
            <a:r>
              <a:rPr lang="en-US" sz="1800" b="1">
                <a:latin typeface="Times New Roman" panose="02020603050405020304" pitchFamily="18" charset="0"/>
                <a:cs typeface="Times New Roman" panose="02020603050405020304" pitchFamily="18" charset="0"/>
              </a:rPr>
              <a:t>:</a:t>
            </a:r>
            <a:endParaRPr lang="en-IN"/>
          </a:p>
        </p:txBody>
      </p:sp>
      <p:graphicFrame>
        <p:nvGraphicFramePr>
          <p:cNvPr id="8" name="Table 7">
            <a:extLst>
              <a:ext uri="{FF2B5EF4-FFF2-40B4-BE49-F238E27FC236}">
                <a16:creationId xmlns:a16="http://schemas.microsoft.com/office/drawing/2014/main" xmlns="" id="{CDBDB140-72F1-483D-8395-D7F6969D3CAA}"/>
              </a:ext>
            </a:extLst>
          </p:cNvPr>
          <p:cNvGraphicFramePr>
            <a:graphicFrameLocks noGrp="1"/>
          </p:cNvGraphicFramePr>
          <p:nvPr>
            <p:extLst>
              <p:ext uri="{D42A27DB-BD31-4B8C-83A1-F6EECF244321}">
                <p14:modId xmlns:p14="http://schemas.microsoft.com/office/powerpoint/2010/main" val="3790275526"/>
              </p:ext>
            </p:extLst>
          </p:nvPr>
        </p:nvGraphicFramePr>
        <p:xfrm>
          <a:off x="963561" y="1440072"/>
          <a:ext cx="10034484" cy="4739764"/>
        </p:xfrm>
        <a:graphic>
          <a:graphicData uri="http://schemas.openxmlformats.org/drawingml/2006/table">
            <a:tbl>
              <a:tblPr firstRow="1" bandRow="1">
                <a:tableStyleId>{5940675A-B579-460E-94D1-54222C63F5DA}</a:tableStyleId>
              </a:tblPr>
              <a:tblGrid>
                <a:gridCol w="2514268">
                  <a:extLst>
                    <a:ext uri="{9D8B030D-6E8A-4147-A177-3AD203B41FA5}">
                      <a16:colId xmlns:a16="http://schemas.microsoft.com/office/drawing/2014/main" xmlns="" val="3005879196"/>
                    </a:ext>
                  </a:extLst>
                </a:gridCol>
                <a:gridCol w="7520216">
                  <a:extLst>
                    <a:ext uri="{9D8B030D-6E8A-4147-A177-3AD203B41FA5}">
                      <a16:colId xmlns:a16="http://schemas.microsoft.com/office/drawing/2014/main" xmlns="" val="1907071217"/>
                    </a:ext>
                  </a:extLst>
                </a:gridCol>
              </a:tblGrid>
              <a:tr h="527404">
                <a:tc>
                  <a:txBody>
                    <a:bodyPr/>
                    <a:lstStyle/>
                    <a:p>
                      <a:pPr algn="just"/>
                      <a:r>
                        <a:rPr lang="en-US" dirty="0">
                          <a:latin typeface="Times New Roman" panose="02020603050405020304" pitchFamily="18" charset="0"/>
                          <a:cs typeface="Times New Roman" panose="02020603050405020304" pitchFamily="18" charset="0"/>
                        </a:rPr>
                        <a:t>Test Case</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a:latin typeface="Times New Roman" panose="02020603050405020304" pitchFamily="18" charset="0"/>
                          <a:cs typeface="Times New Roman" panose="02020603050405020304" pitchFamily="18" charset="0"/>
                        </a:rPr>
                        <a:t>STC01</a:t>
                      </a:r>
                    </a:p>
                  </a:txBody>
                  <a:tcPr/>
                </a:tc>
                <a:extLst>
                  <a:ext uri="{0D108BD9-81ED-4DB2-BD59-A6C34878D82A}">
                    <a16:rowId xmlns:a16="http://schemas.microsoft.com/office/drawing/2014/main" xmlns="" val="4226530917"/>
                  </a:ext>
                </a:extLst>
              </a:tr>
              <a:tr h="527404">
                <a:tc>
                  <a:txBody>
                    <a:bodyPr/>
                    <a:lstStyle/>
                    <a:p>
                      <a:pPr algn="just"/>
                      <a:r>
                        <a:rPr lang="en-US" dirty="0">
                          <a:latin typeface="Times New Roman" panose="02020603050405020304" pitchFamily="18" charset="0"/>
                          <a:cs typeface="Times New Roman" panose="02020603050405020304" pitchFamily="18" charset="0"/>
                        </a:rPr>
                        <a:t>Test Name</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End-to-End System Functionality Validation</a:t>
                      </a:r>
                    </a:p>
                  </a:txBody>
                  <a:tcPr/>
                </a:tc>
                <a:extLst>
                  <a:ext uri="{0D108BD9-81ED-4DB2-BD59-A6C34878D82A}">
                    <a16:rowId xmlns:a16="http://schemas.microsoft.com/office/drawing/2014/main" xmlns="" val="415313301"/>
                  </a:ext>
                </a:extLst>
              </a:tr>
              <a:tr h="896895">
                <a:tc>
                  <a:txBody>
                    <a:bodyPr/>
                    <a:lstStyle/>
                    <a:p>
                      <a:pPr algn="just"/>
                      <a:r>
                        <a:rPr lang="en-US">
                          <a:latin typeface="Times New Roman" panose="02020603050405020304" pitchFamily="18" charset="0"/>
                          <a:cs typeface="Times New Roman" panose="02020603050405020304" pitchFamily="18" charset="0"/>
                        </a:rPr>
                        <a:t>Test Description</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To verify that the fully integrated </a:t>
                      </a:r>
                      <a:r>
                        <a:rPr lang="en-US" dirty="0" err="1">
                          <a:latin typeface="Times New Roman" panose="02020603050405020304" pitchFamily="18" charset="0"/>
                          <a:cs typeface="Times New Roman" panose="02020603050405020304" pitchFamily="18" charset="0"/>
                        </a:rPr>
                        <a:t>DepHNN</a:t>
                      </a:r>
                      <a:r>
                        <a:rPr lang="en-US" dirty="0">
                          <a:latin typeface="Times New Roman" panose="02020603050405020304" pitchFamily="18" charset="0"/>
                          <a:cs typeface="Times New Roman" panose="02020603050405020304" pitchFamily="18" charset="0"/>
                        </a:rPr>
                        <a:t> Analyzer performs all operations correctly under real-world conditions, including data upload, analysis, and prediction.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4291119884"/>
                  </a:ext>
                </a:extLst>
              </a:tr>
              <a:tr h="627827">
                <a:tc>
                  <a:txBody>
                    <a:bodyPr/>
                    <a:lstStyle/>
                    <a:p>
                      <a:pPr algn="just"/>
                      <a:r>
                        <a:rPr lang="en-US">
                          <a:latin typeface="Times New Roman" panose="02020603050405020304" pitchFamily="18" charset="0"/>
                          <a:cs typeface="Times New Roman" panose="02020603050405020304" pitchFamily="18" charset="0"/>
                        </a:rPr>
                        <a:t>Input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EEG </a:t>
                      </a:r>
                      <a:r>
                        <a:rPr lang="en-US" sz="1800" kern="1200" dirty="0">
                          <a:solidFill>
                            <a:schemeClr val="tx1"/>
                          </a:solidFill>
                          <a:latin typeface="Times New Roman" panose="02020603050405020304" pitchFamily="18" charset="0"/>
                          <a:ea typeface="+mn-ea"/>
                          <a:cs typeface="Times New Roman" panose="02020603050405020304" pitchFamily="18" charset="0"/>
                        </a:rPr>
                        <a:t>.</a:t>
                      </a:r>
                      <a:r>
                        <a:rPr lang="en-US" sz="1800" kern="1200" dirty="0" err="1">
                          <a:solidFill>
                            <a:schemeClr val="tx1"/>
                          </a:solidFill>
                          <a:latin typeface="Times New Roman" panose="02020603050405020304" pitchFamily="18" charset="0"/>
                          <a:ea typeface="+mn-ea"/>
                          <a:cs typeface="Times New Roman" panose="02020603050405020304" pitchFamily="18" charset="0"/>
                        </a:rPr>
                        <a:t>edf</a:t>
                      </a:r>
                      <a:r>
                        <a:rPr lang="en-US" dirty="0">
                          <a:latin typeface="Times New Roman" panose="02020603050405020304" pitchFamily="18" charset="0"/>
                          <a:cs typeface="Times New Roman" panose="02020603050405020304" pitchFamily="18" charset="0"/>
                        </a:rPr>
                        <a:t> files (both healthy and depressed datasets) uploaded by registered users.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3750016052"/>
                  </a:ext>
                </a:extLst>
              </a:tr>
              <a:tr h="923488">
                <a:tc>
                  <a:txBody>
                    <a:bodyPr/>
                    <a:lstStyle/>
                    <a:p>
                      <a:pPr algn="just"/>
                      <a:r>
                        <a:rPr lang="en-US">
                          <a:latin typeface="Times New Roman" panose="02020603050405020304" pitchFamily="18" charset="0"/>
                          <a:cs typeface="Times New Roman" panose="02020603050405020304" pitchFamily="18" charset="0"/>
                        </a:rPr>
                        <a:t>Expected Output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The system should successfully complete the full workflow — registration, login, file upload, analysis, result display, and logout — with accurate depression predictions and stable performance.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3519647422"/>
                  </a:ext>
                </a:extLst>
              </a:tr>
              <a:tr h="679584">
                <a:tc>
                  <a:txBody>
                    <a:bodyPr/>
                    <a:lstStyle/>
                    <a:p>
                      <a:pPr algn="just"/>
                      <a:r>
                        <a:rPr lang="en-US">
                          <a:latin typeface="Times New Roman" panose="02020603050405020304" pitchFamily="18" charset="0"/>
                          <a:cs typeface="Times New Roman" panose="02020603050405020304" pitchFamily="18" charset="0"/>
                        </a:rPr>
                        <a:t>Actual Output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a:latin typeface="Times New Roman" panose="02020603050405020304" pitchFamily="18" charset="0"/>
                          <a:cs typeface="Times New Roman" panose="02020603050405020304" pitchFamily="18" charset="0"/>
                        </a:rPr>
                        <a:t>The complete workflow was executed successfully with consistent and accurate predictions; system remained stable under load.</a:t>
                      </a:r>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070077468"/>
                  </a:ext>
                </a:extLst>
              </a:tr>
              <a:tr h="527404">
                <a:tc>
                  <a:txBody>
                    <a:bodyPr/>
                    <a:lstStyle/>
                    <a:p>
                      <a:pPr algn="just"/>
                      <a:r>
                        <a:rPr lang="en-US">
                          <a:latin typeface="Times New Roman" panose="02020603050405020304" pitchFamily="18" charset="0"/>
                          <a:cs typeface="Times New Roman" panose="02020603050405020304" pitchFamily="18" charset="0"/>
                        </a:rPr>
                        <a:t>Test Result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IN">
                          <a:latin typeface="Times New Roman" panose="02020603050405020304" pitchFamily="18" charset="0"/>
                          <a:cs typeface="Times New Roman" panose="02020603050405020304" pitchFamily="18" charset="0"/>
                        </a:rPr>
                        <a:t>Success</a:t>
                      </a:r>
                    </a:p>
                  </a:txBody>
                  <a:tcPr/>
                </a:tc>
                <a:extLst>
                  <a:ext uri="{0D108BD9-81ED-4DB2-BD59-A6C34878D82A}">
                    <a16:rowId xmlns:a16="http://schemas.microsoft.com/office/drawing/2014/main" xmlns="" val="2583853028"/>
                  </a:ext>
                </a:extLst>
              </a:tr>
            </a:tbl>
          </a:graphicData>
        </a:graphic>
      </p:graphicFrame>
    </p:spTree>
    <p:extLst>
      <p:ext uri="{BB962C8B-B14F-4D97-AF65-F5344CB8AC3E}">
        <p14:creationId xmlns:p14="http://schemas.microsoft.com/office/powerpoint/2010/main" val="29079992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411C114-E6D8-4FD2-BBDC-6EDBEC01E691}"/>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B1B7ABD4-9B09-405B-AA63-9473DE2A7526}"/>
              </a:ext>
            </a:extLst>
          </p:cNvPr>
          <p:cNvSpPr>
            <a:spLocks noGrp="1"/>
          </p:cNvSpPr>
          <p:nvPr>
            <p:ph type="ftr" sz="quarter" idx="11"/>
          </p:nvPr>
        </p:nvSpPr>
        <p:spPr>
          <a:xfrm>
            <a:off x="3686185" y="6459785"/>
            <a:ext cx="4822804" cy="365125"/>
          </a:xfrm>
        </p:spPr>
        <p:txBody>
          <a:bodyPr/>
          <a:lstStyle/>
          <a:p>
            <a:r>
              <a:rPr lang="en-IN"/>
              <a:t>2025-26</a:t>
            </a:r>
          </a:p>
        </p:txBody>
      </p:sp>
      <p:sp>
        <p:nvSpPr>
          <p:cNvPr id="4" name="Slide Number Placeholder 3">
            <a:extLst>
              <a:ext uri="{FF2B5EF4-FFF2-40B4-BE49-F238E27FC236}">
                <a16:creationId xmlns:a16="http://schemas.microsoft.com/office/drawing/2014/main" xmlns="" id="{FB75FD1E-3E93-4095-A7A4-50F564D02F8C}"/>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31</a:t>
            </a:fld>
            <a:endParaRPr lang="en-IN"/>
          </a:p>
        </p:txBody>
      </p:sp>
      <p:sp>
        <p:nvSpPr>
          <p:cNvPr id="5" name="TextBox 4">
            <a:extLst>
              <a:ext uri="{FF2B5EF4-FFF2-40B4-BE49-F238E27FC236}">
                <a16:creationId xmlns:a16="http://schemas.microsoft.com/office/drawing/2014/main" xmlns="" id="{5356AB22-1C3A-4E64-A8F5-19238286BACB}"/>
              </a:ext>
            </a:extLst>
          </p:cNvPr>
          <p:cNvSpPr txBox="1"/>
          <p:nvPr/>
        </p:nvSpPr>
        <p:spPr>
          <a:xfrm>
            <a:off x="3348756" y="184203"/>
            <a:ext cx="6213987" cy="523220"/>
          </a:xfrm>
          <a:prstGeom prst="rect">
            <a:avLst/>
          </a:prstGeom>
          <a:noFill/>
        </p:spPr>
        <p:txBody>
          <a:bodyPr wrap="square">
            <a:spAutoFit/>
          </a:bodyPr>
          <a:lstStyle/>
          <a:p>
            <a:pPr marL="0" algn="ctr" rtl="0" eaLnBrk="1" latinLnBrk="0" hangingPunct="1">
              <a:buNone/>
            </a:pPr>
            <a:r>
              <a:rPr lang="en-IN" sz="2800" b="1" dirty="0">
                <a:solidFill>
                  <a:srgbClr val="000000"/>
                </a:solidFill>
                <a:effectLst/>
                <a:latin typeface="Times New Roman" panose="02020603050405020304" pitchFamily="18" charset="0"/>
                <a:cs typeface="Times New Roman" panose="02020603050405020304" pitchFamily="18" charset="0"/>
              </a:rPr>
              <a:t>SCREEN SHOTS OF OUTPUT</a:t>
            </a:r>
            <a:endParaRPr lang="en-IN" sz="2800" dirty="0">
              <a:effectLst/>
            </a:endParaRPr>
          </a:p>
        </p:txBody>
      </p:sp>
      <p:pic>
        <p:nvPicPr>
          <p:cNvPr id="6" name="Picture 5">
            <a:extLst>
              <a:ext uri="{FF2B5EF4-FFF2-40B4-BE49-F238E27FC236}">
                <a16:creationId xmlns:a16="http://schemas.microsoft.com/office/drawing/2014/main" xmlns="" id="{97A9F554-AB11-4391-81BB-2C7B468F44AF}"/>
              </a:ext>
            </a:extLst>
          </p:cNvPr>
          <p:cNvPicPr>
            <a:picLocks noChangeAspect="1"/>
          </p:cNvPicPr>
          <p:nvPr/>
        </p:nvPicPr>
        <p:blipFill>
          <a:blip r:embed="rId2"/>
          <a:stretch>
            <a:fillRect/>
          </a:stretch>
        </p:blipFill>
        <p:spPr>
          <a:xfrm>
            <a:off x="10421908" y="257361"/>
            <a:ext cx="1581150" cy="876300"/>
          </a:xfrm>
          <a:prstGeom prst="rect">
            <a:avLst/>
          </a:prstGeom>
        </p:spPr>
      </p:pic>
      <p:sp>
        <p:nvSpPr>
          <p:cNvPr id="7" name="TextBox 6">
            <a:extLst>
              <a:ext uri="{FF2B5EF4-FFF2-40B4-BE49-F238E27FC236}">
                <a16:creationId xmlns:a16="http://schemas.microsoft.com/office/drawing/2014/main" xmlns="" id="{9D78DB1C-729E-4C39-88C8-54457024D9F4}"/>
              </a:ext>
            </a:extLst>
          </p:cNvPr>
          <p:cNvSpPr txBox="1"/>
          <p:nvPr/>
        </p:nvSpPr>
        <p:spPr>
          <a:xfrm>
            <a:off x="188942" y="33091"/>
            <a:ext cx="8955058" cy="215444"/>
          </a:xfrm>
          <a:prstGeom prst="rect">
            <a:avLst/>
          </a:prstGeom>
          <a:noFill/>
        </p:spPr>
        <p:txBody>
          <a:bodyPr wrap="square">
            <a:spAutoFit/>
          </a:bodyPr>
          <a:lstStyle/>
          <a:p>
            <a:pPr marL="0" algn="l"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pic>
        <p:nvPicPr>
          <p:cNvPr id="13" name="Picture 12">
            <a:extLst>
              <a:ext uri="{FF2B5EF4-FFF2-40B4-BE49-F238E27FC236}">
                <a16:creationId xmlns:a16="http://schemas.microsoft.com/office/drawing/2014/main" xmlns="" id="{BEE2C078-D2B4-872A-05C9-F039B6CF03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942" y="707423"/>
            <a:ext cx="5878457" cy="2830816"/>
          </a:xfrm>
          <a:prstGeom prst="rect">
            <a:avLst/>
          </a:prstGeom>
        </p:spPr>
      </p:pic>
      <p:pic>
        <p:nvPicPr>
          <p:cNvPr id="15" name="Picture 14">
            <a:extLst>
              <a:ext uri="{FF2B5EF4-FFF2-40B4-BE49-F238E27FC236}">
                <a16:creationId xmlns:a16="http://schemas.microsoft.com/office/drawing/2014/main" xmlns="" id="{8F02B6D9-8231-EAD9-4335-BAD3995C99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9532" y="695511"/>
            <a:ext cx="4062376" cy="4700337"/>
          </a:xfrm>
          <a:prstGeom prst="rect">
            <a:avLst/>
          </a:prstGeom>
        </p:spPr>
      </p:pic>
      <p:pic>
        <p:nvPicPr>
          <p:cNvPr id="17" name="Picture 16">
            <a:extLst>
              <a:ext uri="{FF2B5EF4-FFF2-40B4-BE49-F238E27FC236}">
                <a16:creationId xmlns:a16="http://schemas.microsoft.com/office/drawing/2014/main" xmlns="" id="{A7712FAD-1B4F-2351-A98B-2D6B655A1B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2766" y="3628969"/>
            <a:ext cx="5873234" cy="2453108"/>
          </a:xfrm>
          <a:prstGeom prst="rect">
            <a:avLst/>
          </a:prstGeom>
        </p:spPr>
      </p:pic>
    </p:spTree>
    <p:extLst>
      <p:ext uri="{BB962C8B-B14F-4D97-AF65-F5344CB8AC3E}">
        <p14:creationId xmlns:p14="http://schemas.microsoft.com/office/powerpoint/2010/main" val="146221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71501F4-05A1-28A9-059E-47F384A35E5B}"/>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9034F425-64C8-D1CD-DBA8-1BEC1BBE476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56ED8698-8850-5455-B243-6294FEE68F48}"/>
              </a:ext>
            </a:extLst>
          </p:cNvPr>
          <p:cNvSpPr>
            <a:spLocks noGrp="1"/>
          </p:cNvSpPr>
          <p:nvPr>
            <p:ph type="ftr" sz="quarter" idx="11"/>
          </p:nvPr>
        </p:nvSpPr>
        <p:spPr>
          <a:xfrm>
            <a:off x="3686185" y="6459785"/>
            <a:ext cx="4822804" cy="365125"/>
          </a:xfrm>
        </p:spPr>
        <p:txBody>
          <a:bodyPr/>
          <a:lstStyle/>
          <a:p>
            <a:r>
              <a:rPr lang="en-IN"/>
              <a:t>2025-26</a:t>
            </a:r>
          </a:p>
        </p:txBody>
      </p:sp>
      <p:sp>
        <p:nvSpPr>
          <p:cNvPr id="4" name="Slide Number Placeholder 3">
            <a:extLst>
              <a:ext uri="{FF2B5EF4-FFF2-40B4-BE49-F238E27FC236}">
                <a16:creationId xmlns:a16="http://schemas.microsoft.com/office/drawing/2014/main" xmlns="" id="{C5E8A8CC-B2F9-A7CF-0C5E-AAC4929CC49A}"/>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32</a:t>
            </a:fld>
            <a:endParaRPr lang="en-IN"/>
          </a:p>
        </p:txBody>
      </p:sp>
      <p:pic>
        <p:nvPicPr>
          <p:cNvPr id="6" name="Picture 5">
            <a:extLst>
              <a:ext uri="{FF2B5EF4-FFF2-40B4-BE49-F238E27FC236}">
                <a16:creationId xmlns:a16="http://schemas.microsoft.com/office/drawing/2014/main" xmlns="" id="{1A583636-608C-730D-C70A-AC12B88F83A6}"/>
              </a:ext>
            </a:extLst>
          </p:cNvPr>
          <p:cNvPicPr>
            <a:picLocks noChangeAspect="1"/>
          </p:cNvPicPr>
          <p:nvPr/>
        </p:nvPicPr>
        <p:blipFill>
          <a:blip r:embed="rId2"/>
          <a:stretch>
            <a:fillRect/>
          </a:stretch>
        </p:blipFill>
        <p:spPr>
          <a:xfrm>
            <a:off x="10421908" y="257361"/>
            <a:ext cx="1581150" cy="876300"/>
          </a:xfrm>
          <a:prstGeom prst="rect">
            <a:avLst/>
          </a:prstGeom>
        </p:spPr>
      </p:pic>
      <p:sp>
        <p:nvSpPr>
          <p:cNvPr id="7" name="TextBox 6">
            <a:extLst>
              <a:ext uri="{FF2B5EF4-FFF2-40B4-BE49-F238E27FC236}">
                <a16:creationId xmlns:a16="http://schemas.microsoft.com/office/drawing/2014/main" xmlns="" id="{1621FC2C-C384-0438-4433-C188909776DC}"/>
              </a:ext>
            </a:extLst>
          </p:cNvPr>
          <p:cNvSpPr txBox="1"/>
          <p:nvPr/>
        </p:nvSpPr>
        <p:spPr>
          <a:xfrm>
            <a:off x="188942" y="33091"/>
            <a:ext cx="8955058" cy="215444"/>
          </a:xfrm>
          <a:prstGeom prst="rect">
            <a:avLst/>
          </a:prstGeom>
          <a:noFill/>
        </p:spPr>
        <p:txBody>
          <a:bodyPr wrap="square">
            <a:spAutoFit/>
          </a:bodyPr>
          <a:lstStyle/>
          <a:p>
            <a:pPr marL="0" algn="l"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pic>
        <p:nvPicPr>
          <p:cNvPr id="9" name="Picture 8">
            <a:extLst>
              <a:ext uri="{FF2B5EF4-FFF2-40B4-BE49-F238E27FC236}">
                <a16:creationId xmlns:a16="http://schemas.microsoft.com/office/drawing/2014/main" xmlns="" id="{0F9CC944-BB7D-615D-C5AB-A974903871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280" y="343151"/>
            <a:ext cx="4198269" cy="2247650"/>
          </a:xfrm>
          <a:prstGeom prst="rect">
            <a:avLst/>
          </a:prstGeom>
        </p:spPr>
      </p:pic>
      <p:pic>
        <p:nvPicPr>
          <p:cNvPr id="11" name="Picture 10">
            <a:extLst>
              <a:ext uri="{FF2B5EF4-FFF2-40B4-BE49-F238E27FC236}">
                <a16:creationId xmlns:a16="http://schemas.microsoft.com/office/drawing/2014/main" xmlns="" id="{FB5352A5-7052-6477-F5A6-C3EAF20214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9104" y="33090"/>
            <a:ext cx="4822804" cy="3827710"/>
          </a:xfrm>
          <a:prstGeom prst="rect">
            <a:avLst/>
          </a:prstGeom>
        </p:spPr>
      </p:pic>
      <p:pic>
        <p:nvPicPr>
          <p:cNvPr id="14" name="Picture 13">
            <a:extLst>
              <a:ext uri="{FF2B5EF4-FFF2-40B4-BE49-F238E27FC236}">
                <a16:creationId xmlns:a16="http://schemas.microsoft.com/office/drawing/2014/main" xmlns="" id="{0953917F-8855-8FD0-6DB0-BD00D2E5D9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4280" y="2773404"/>
            <a:ext cx="4973222" cy="3306554"/>
          </a:xfrm>
          <a:prstGeom prst="rect">
            <a:avLst/>
          </a:prstGeom>
        </p:spPr>
      </p:pic>
      <p:pic>
        <p:nvPicPr>
          <p:cNvPr id="18" name="Picture 17">
            <a:extLst>
              <a:ext uri="{FF2B5EF4-FFF2-40B4-BE49-F238E27FC236}">
                <a16:creationId xmlns:a16="http://schemas.microsoft.com/office/drawing/2014/main" xmlns="" id="{C82EA262-8055-E793-F8F1-55D9AF6C1E4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99104" y="3933764"/>
            <a:ext cx="4973222" cy="2248205"/>
          </a:xfrm>
          <a:prstGeom prst="rect">
            <a:avLst/>
          </a:prstGeom>
        </p:spPr>
      </p:pic>
    </p:spTree>
    <p:extLst>
      <p:ext uri="{BB962C8B-B14F-4D97-AF65-F5344CB8AC3E}">
        <p14:creationId xmlns:p14="http://schemas.microsoft.com/office/powerpoint/2010/main" val="21821108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46B6A559-D785-C8D8-3831-6BEDDEAAF91E}"/>
              </a:ext>
            </a:extLst>
          </p:cNvPr>
          <p:cNvPicPr>
            <a:picLocks noChangeAspect="1"/>
          </p:cNvPicPr>
          <p:nvPr/>
        </p:nvPicPr>
        <p:blipFill>
          <a:blip r:embed="rId2"/>
          <a:stretch>
            <a:fillRect/>
          </a:stretch>
        </p:blipFill>
        <p:spPr>
          <a:xfrm>
            <a:off x="10494949" y="0"/>
            <a:ext cx="1581150" cy="876300"/>
          </a:xfrm>
          <a:prstGeom prst="rect">
            <a:avLst/>
          </a:prstGeom>
        </p:spPr>
      </p:pic>
      <p:pic>
        <p:nvPicPr>
          <p:cNvPr id="4" name="Picture 3">
            <a:extLst>
              <a:ext uri="{FF2B5EF4-FFF2-40B4-BE49-F238E27FC236}">
                <a16:creationId xmlns:a16="http://schemas.microsoft.com/office/drawing/2014/main" xmlns="" id="{4FE1AE9F-FD3D-1011-BD96-D9C7874848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901" y="125046"/>
            <a:ext cx="3518254" cy="5884984"/>
          </a:xfrm>
          <a:prstGeom prst="rect">
            <a:avLst/>
          </a:prstGeom>
        </p:spPr>
      </p:pic>
      <p:pic>
        <p:nvPicPr>
          <p:cNvPr id="6" name="Picture 5">
            <a:extLst>
              <a:ext uri="{FF2B5EF4-FFF2-40B4-BE49-F238E27FC236}">
                <a16:creationId xmlns:a16="http://schemas.microsoft.com/office/drawing/2014/main" xmlns="" id="{3FCFA07E-F04B-F178-6D9E-58B1457D7E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02333" y="0"/>
            <a:ext cx="3755144" cy="6221046"/>
          </a:xfrm>
          <a:prstGeom prst="rect">
            <a:avLst/>
          </a:prstGeom>
        </p:spPr>
      </p:pic>
      <p:pic>
        <p:nvPicPr>
          <p:cNvPr id="8" name="Picture 7">
            <a:extLst>
              <a:ext uri="{FF2B5EF4-FFF2-40B4-BE49-F238E27FC236}">
                <a16:creationId xmlns:a16="http://schemas.microsoft.com/office/drawing/2014/main" xmlns="" id="{146731C5-A52A-4314-F632-8B7B7FD38D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23200" y="1034195"/>
            <a:ext cx="4192337" cy="5186851"/>
          </a:xfrm>
          <a:prstGeom prst="rect">
            <a:avLst/>
          </a:prstGeom>
        </p:spPr>
      </p:pic>
    </p:spTree>
    <p:extLst>
      <p:ext uri="{BB962C8B-B14F-4D97-AF65-F5344CB8AC3E}">
        <p14:creationId xmlns:p14="http://schemas.microsoft.com/office/powerpoint/2010/main" val="1255283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961F207B-D3E5-A4BA-AAF4-4C1068AFDD69}"/>
              </a:ext>
            </a:extLst>
          </p:cNvPr>
          <p:cNvPicPr>
            <a:picLocks noChangeAspect="1"/>
          </p:cNvPicPr>
          <p:nvPr/>
        </p:nvPicPr>
        <p:blipFill>
          <a:blip r:embed="rId2"/>
          <a:stretch>
            <a:fillRect/>
          </a:stretch>
        </p:blipFill>
        <p:spPr>
          <a:xfrm>
            <a:off x="10393348" y="273538"/>
            <a:ext cx="1581150" cy="876300"/>
          </a:xfrm>
          <a:prstGeom prst="rect">
            <a:avLst/>
          </a:prstGeom>
        </p:spPr>
      </p:pic>
      <p:pic>
        <p:nvPicPr>
          <p:cNvPr id="4" name="Picture 3">
            <a:extLst>
              <a:ext uri="{FF2B5EF4-FFF2-40B4-BE49-F238E27FC236}">
                <a16:creationId xmlns:a16="http://schemas.microsoft.com/office/drawing/2014/main" xmlns="" id="{058A7AE4-5D72-7F73-465E-C4474174E1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258" y="175236"/>
            <a:ext cx="4739665" cy="5983288"/>
          </a:xfrm>
          <a:prstGeom prst="rect">
            <a:avLst/>
          </a:prstGeom>
        </p:spPr>
      </p:pic>
      <p:pic>
        <p:nvPicPr>
          <p:cNvPr id="6" name="Picture 5">
            <a:extLst>
              <a:ext uri="{FF2B5EF4-FFF2-40B4-BE49-F238E27FC236}">
                <a16:creationId xmlns:a16="http://schemas.microsoft.com/office/drawing/2014/main" xmlns="" id="{CBBB8561-1475-F5B0-A00E-7898E6AD24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02032" y="1362625"/>
            <a:ext cx="5666154" cy="4053436"/>
          </a:xfrm>
          <a:prstGeom prst="rect">
            <a:avLst/>
          </a:prstGeom>
        </p:spPr>
      </p:pic>
    </p:spTree>
    <p:extLst>
      <p:ext uri="{BB962C8B-B14F-4D97-AF65-F5344CB8AC3E}">
        <p14:creationId xmlns:p14="http://schemas.microsoft.com/office/powerpoint/2010/main" val="8248168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015E614-7143-4865-9E73-EA9EDA1620D8}"/>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ECAE717B-103E-4EC2-9EE8-47B4089FFF56}"/>
              </a:ext>
            </a:extLst>
          </p:cNvPr>
          <p:cNvSpPr>
            <a:spLocks noGrp="1"/>
          </p:cNvSpPr>
          <p:nvPr>
            <p:ph type="ftr" sz="quarter" idx="11"/>
          </p:nvPr>
        </p:nvSpPr>
        <p:spPr>
          <a:xfrm>
            <a:off x="3686185" y="6459785"/>
            <a:ext cx="4822804" cy="365125"/>
          </a:xfrm>
        </p:spPr>
        <p:txBody>
          <a:bodyPr/>
          <a:lstStyle/>
          <a:p>
            <a:r>
              <a:rPr lang="en-IN"/>
              <a:t>2025-26</a:t>
            </a:r>
          </a:p>
        </p:txBody>
      </p:sp>
      <p:sp>
        <p:nvSpPr>
          <p:cNvPr id="4" name="Slide Number Placeholder 3">
            <a:extLst>
              <a:ext uri="{FF2B5EF4-FFF2-40B4-BE49-F238E27FC236}">
                <a16:creationId xmlns:a16="http://schemas.microsoft.com/office/drawing/2014/main" xmlns="" id="{F870507C-D4D8-4A94-9EAE-F0D3A22BA424}"/>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35</a:t>
            </a:fld>
            <a:endParaRPr lang="en-IN"/>
          </a:p>
        </p:txBody>
      </p:sp>
      <p:sp>
        <p:nvSpPr>
          <p:cNvPr id="5" name="TextBox 4">
            <a:extLst>
              <a:ext uri="{FF2B5EF4-FFF2-40B4-BE49-F238E27FC236}">
                <a16:creationId xmlns:a16="http://schemas.microsoft.com/office/drawing/2014/main" xmlns="" id="{87D5754A-A0D1-4630-8153-32E1E37EF360}"/>
              </a:ext>
            </a:extLst>
          </p:cNvPr>
          <p:cNvSpPr txBox="1"/>
          <p:nvPr/>
        </p:nvSpPr>
        <p:spPr>
          <a:xfrm>
            <a:off x="3781487" y="902070"/>
            <a:ext cx="2983107"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CONCLUSION</a:t>
            </a:r>
          </a:p>
        </p:txBody>
      </p:sp>
      <p:pic>
        <p:nvPicPr>
          <p:cNvPr id="6" name="Picture 5">
            <a:extLst>
              <a:ext uri="{FF2B5EF4-FFF2-40B4-BE49-F238E27FC236}">
                <a16:creationId xmlns:a16="http://schemas.microsoft.com/office/drawing/2014/main" xmlns="" id="{DA350372-BF72-42A5-80E5-8C90A5CBE407}"/>
              </a:ext>
            </a:extLst>
          </p:cNvPr>
          <p:cNvPicPr>
            <a:picLocks noChangeAspect="1"/>
          </p:cNvPicPr>
          <p:nvPr/>
        </p:nvPicPr>
        <p:blipFill>
          <a:blip r:embed="rId2"/>
          <a:stretch>
            <a:fillRect/>
          </a:stretch>
        </p:blipFill>
        <p:spPr>
          <a:xfrm>
            <a:off x="10310044" y="192842"/>
            <a:ext cx="1581150" cy="876300"/>
          </a:xfrm>
          <a:prstGeom prst="rect">
            <a:avLst/>
          </a:prstGeom>
        </p:spPr>
      </p:pic>
      <p:sp>
        <p:nvSpPr>
          <p:cNvPr id="7" name="TextBox 6">
            <a:extLst>
              <a:ext uri="{FF2B5EF4-FFF2-40B4-BE49-F238E27FC236}">
                <a16:creationId xmlns:a16="http://schemas.microsoft.com/office/drawing/2014/main" xmlns="" id="{46804EC8-4BF9-4775-BA92-66AAF47D6B36}"/>
              </a:ext>
            </a:extLst>
          </p:cNvPr>
          <p:cNvSpPr txBox="1"/>
          <p:nvPr/>
        </p:nvSpPr>
        <p:spPr>
          <a:xfrm>
            <a:off x="176981" y="192843"/>
            <a:ext cx="8967019" cy="215444"/>
          </a:xfrm>
          <a:prstGeom prst="rect">
            <a:avLst/>
          </a:prstGeom>
          <a:noFill/>
        </p:spPr>
        <p:txBody>
          <a:bodyPr wrap="square">
            <a:spAutoFit/>
          </a:bodyPr>
          <a:lstStyle/>
          <a:p>
            <a:pPr marL="0" algn="l"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sp>
        <p:nvSpPr>
          <p:cNvPr id="8" name="TextBox 7">
            <a:extLst>
              <a:ext uri="{FF2B5EF4-FFF2-40B4-BE49-F238E27FC236}">
                <a16:creationId xmlns:a16="http://schemas.microsoft.com/office/drawing/2014/main" xmlns="" id="{FC741601-BCD0-41B0-863D-AD903E2B4590}"/>
              </a:ext>
            </a:extLst>
          </p:cNvPr>
          <p:cNvSpPr txBox="1"/>
          <p:nvPr/>
        </p:nvSpPr>
        <p:spPr>
          <a:xfrm>
            <a:off x="1343608" y="1562925"/>
            <a:ext cx="9554547" cy="3268652"/>
          </a:xfrm>
          <a:prstGeom prst="rect">
            <a:avLst/>
          </a:prstGeom>
          <a:noFill/>
        </p:spPr>
        <p:txBody>
          <a:bodyPr wrap="square">
            <a:spAutoFit/>
          </a:bodyPr>
          <a:lstStyle/>
          <a:p>
            <a:pPr algn="just">
              <a:lnSpc>
                <a:spcPct val="150000"/>
              </a:lnSpc>
            </a:pPr>
            <a:r>
              <a:rPr lang="en-US" sz="2000" dirty="0" err="1">
                <a:latin typeface="Times New Roman" panose="02020603050405020304" pitchFamily="18" charset="0"/>
                <a:cs typeface="Times New Roman" panose="02020603050405020304" pitchFamily="18" charset="0"/>
              </a:rPr>
              <a:t>DepHNN</a:t>
            </a:r>
            <a:r>
              <a:rPr lang="en-US" sz="2000" dirty="0">
                <a:latin typeface="Times New Roman" panose="02020603050405020304" pitchFamily="18" charset="0"/>
                <a:cs typeface="Times New Roman" panose="02020603050405020304" pitchFamily="18" charset="0"/>
              </a:rPr>
              <a:t> is a hybrid deep learning model combining CNN and LSTM for automated depression detection using EEG signals. It efficiently extracts temporal and sequential features without manual engineering and achieves high accuracy with minimal error and computation time. The model surpasses existing approaches in accuracy, efficiency, and robustness, making it a reliable computer-aided tool for early depression screening. Future improvements can enable severity analysis, use of larger datasets, and integration with </a:t>
            </a:r>
            <a:r>
              <a:rPr lang="en-US" sz="2000" dirty="0" err="1">
                <a:latin typeface="Times New Roman" panose="02020603050405020304" pitchFamily="18" charset="0"/>
                <a:cs typeface="Times New Roman" panose="02020603050405020304" pitchFamily="18" charset="0"/>
              </a:rPr>
              <a:t>IoMT</a:t>
            </a:r>
            <a:r>
              <a:rPr lang="en-US" sz="2000" dirty="0">
                <a:latin typeface="Times New Roman" panose="02020603050405020304" pitchFamily="18" charset="0"/>
                <a:cs typeface="Times New Roman" panose="02020603050405020304" pitchFamily="18" charset="0"/>
              </a:rPr>
              <a:t> systems for real-time mental health monitoring.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50854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9C21CBD3-3FD4-4F6C-8536-1CFA5E80A30C}"/>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C2F9F60A-D1FF-4830-A7D0-FA9144900DB5}"/>
              </a:ext>
            </a:extLst>
          </p:cNvPr>
          <p:cNvSpPr>
            <a:spLocks noGrp="1"/>
          </p:cNvSpPr>
          <p:nvPr>
            <p:ph type="ftr" sz="quarter" idx="11"/>
          </p:nvPr>
        </p:nvSpPr>
        <p:spPr>
          <a:xfrm>
            <a:off x="3686185" y="6459785"/>
            <a:ext cx="4822804" cy="365125"/>
          </a:xfrm>
        </p:spPr>
        <p:txBody>
          <a:bodyPr/>
          <a:lstStyle/>
          <a:p>
            <a:r>
              <a:rPr lang="en-IN"/>
              <a:t>2025-26</a:t>
            </a:r>
          </a:p>
        </p:txBody>
      </p:sp>
      <p:sp>
        <p:nvSpPr>
          <p:cNvPr id="4" name="Slide Number Placeholder 3">
            <a:extLst>
              <a:ext uri="{FF2B5EF4-FFF2-40B4-BE49-F238E27FC236}">
                <a16:creationId xmlns:a16="http://schemas.microsoft.com/office/drawing/2014/main" xmlns="" id="{5C160125-9D80-44EA-8837-25D5AE855225}"/>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36</a:t>
            </a:fld>
            <a:endParaRPr lang="en-IN"/>
          </a:p>
        </p:txBody>
      </p:sp>
      <p:pic>
        <p:nvPicPr>
          <p:cNvPr id="5" name="Picture 4">
            <a:extLst>
              <a:ext uri="{FF2B5EF4-FFF2-40B4-BE49-F238E27FC236}">
                <a16:creationId xmlns:a16="http://schemas.microsoft.com/office/drawing/2014/main" xmlns="" id="{127AE58A-0FB3-4860-9337-65DAB4573B88}"/>
              </a:ext>
            </a:extLst>
          </p:cNvPr>
          <p:cNvPicPr>
            <a:picLocks noChangeAspect="1"/>
          </p:cNvPicPr>
          <p:nvPr/>
        </p:nvPicPr>
        <p:blipFill>
          <a:blip r:embed="rId2"/>
          <a:stretch>
            <a:fillRect/>
          </a:stretch>
        </p:blipFill>
        <p:spPr>
          <a:xfrm>
            <a:off x="10310044" y="192842"/>
            <a:ext cx="1581150" cy="876300"/>
          </a:xfrm>
          <a:prstGeom prst="rect">
            <a:avLst/>
          </a:prstGeom>
        </p:spPr>
      </p:pic>
      <p:sp>
        <p:nvSpPr>
          <p:cNvPr id="6" name="TextBox 5">
            <a:extLst>
              <a:ext uri="{FF2B5EF4-FFF2-40B4-BE49-F238E27FC236}">
                <a16:creationId xmlns:a16="http://schemas.microsoft.com/office/drawing/2014/main" xmlns="" id="{EDCB07F0-86C8-4D04-9690-E0798A383418}"/>
              </a:ext>
            </a:extLst>
          </p:cNvPr>
          <p:cNvSpPr txBox="1"/>
          <p:nvPr/>
        </p:nvSpPr>
        <p:spPr>
          <a:xfrm>
            <a:off x="0" y="33091"/>
            <a:ext cx="9144000" cy="215444"/>
          </a:xfrm>
          <a:prstGeom prst="rect">
            <a:avLst/>
          </a:prstGeom>
          <a:noFill/>
        </p:spPr>
        <p:txBody>
          <a:bodyPr wrap="square">
            <a:spAutoFit/>
          </a:bodyPr>
          <a:lstStyle/>
          <a:p>
            <a:pPr marL="0" algn="l"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sp>
        <p:nvSpPr>
          <p:cNvPr id="7" name="TextBox 6">
            <a:extLst>
              <a:ext uri="{FF2B5EF4-FFF2-40B4-BE49-F238E27FC236}">
                <a16:creationId xmlns:a16="http://schemas.microsoft.com/office/drawing/2014/main" xmlns="" id="{B239BF36-F184-4D2D-BFFC-CBB76C30BFF3}"/>
              </a:ext>
            </a:extLst>
          </p:cNvPr>
          <p:cNvSpPr txBox="1"/>
          <p:nvPr/>
        </p:nvSpPr>
        <p:spPr>
          <a:xfrm>
            <a:off x="2379306" y="597647"/>
            <a:ext cx="5614320"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FUTURE ENHANCEMENT</a:t>
            </a:r>
            <a:endParaRPr lang="en-IN" sz="2800" dirty="0"/>
          </a:p>
        </p:txBody>
      </p:sp>
      <p:sp>
        <p:nvSpPr>
          <p:cNvPr id="8" name="TextBox 7">
            <a:extLst>
              <a:ext uri="{FF2B5EF4-FFF2-40B4-BE49-F238E27FC236}">
                <a16:creationId xmlns:a16="http://schemas.microsoft.com/office/drawing/2014/main" xmlns="" id="{2C1CC708-9F61-446C-BE84-E0371FE56346}"/>
              </a:ext>
            </a:extLst>
          </p:cNvPr>
          <p:cNvSpPr txBox="1"/>
          <p:nvPr/>
        </p:nvSpPr>
        <p:spPr>
          <a:xfrm>
            <a:off x="1446244" y="1418254"/>
            <a:ext cx="8966117" cy="2806987"/>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system can be extended beyond binary classification to estimate depression severity levels, providing deeper clinical insights. Incorporating longitudinal EEG monitoring enables continuous tracking of treatment response and early relapse detection. By integrating multi-modal data such as EEG signals, heart rate variability, speech patterns, and facial micro-expressions, the system can offer a more comprehensive and reliable diagnosis of depressive disorders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40584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a16="http://schemas.microsoft.com/office/drawing/2014/main" xmlns=""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37</a:t>
            </a:fld>
            <a:endParaRPr lang="en-IN"/>
          </a:p>
        </p:txBody>
      </p:sp>
      <p:sp>
        <p:nvSpPr>
          <p:cNvPr id="5" name="Date Placeholder 9">
            <a:extLst>
              <a:ext uri="{FF2B5EF4-FFF2-40B4-BE49-F238E27FC236}">
                <a16:creationId xmlns:a16="http://schemas.microsoft.com/office/drawing/2014/main" xmlns=""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54734" y="64522"/>
            <a:ext cx="1581591" cy="878662"/>
          </a:xfrm>
          <a:prstGeom prst="rect">
            <a:avLst/>
          </a:prstGeom>
        </p:spPr>
      </p:pic>
      <p:sp>
        <p:nvSpPr>
          <p:cNvPr id="7" name="TextBox 6">
            <a:extLst>
              <a:ext uri="{FF2B5EF4-FFF2-40B4-BE49-F238E27FC236}">
                <a16:creationId xmlns:a16="http://schemas.microsoft.com/office/drawing/2014/main" xmlns=""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xmlns="" id="{28B93B8D-26A0-4041-B70C-D7D9A947C517}"/>
              </a:ext>
            </a:extLst>
          </p:cNvPr>
          <p:cNvSpPr txBox="1"/>
          <p:nvPr/>
        </p:nvSpPr>
        <p:spPr>
          <a:xfrm>
            <a:off x="121298" y="345233"/>
            <a:ext cx="9779160" cy="523220"/>
          </a:xfrm>
          <a:prstGeom prst="rect">
            <a:avLst/>
          </a:prstGeom>
          <a:noFill/>
        </p:spPr>
        <p:txBody>
          <a:bodyPr wrap="square">
            <a:spAutoFit/>
          </a:bodyPr>
          <a:lstStyle/>
          <a:p>
            <a:pPr marL="0" algn="ctr" rtl="0" eaLnBrk="1" latinLnBrk="0" hangingPunct="1">
              <a:spcBef>
                <a:spcPts val="0"/>
              </a:spcBef>
              <a:spcAft>
                <a:spcPts val="0"/>
              </a:spcAft>
            </a:pPr>
            <a:r>
              <a:rPr lang="en-IN" sz="2800" b="1" kern="1200" dirty="0">
                <a:solidFill>
                  <a:srgbClr val="000000"/>
                </a:solidFill>
                <a:effectLst/>
                <a:latin typeface="Times New Roman" panose="02020603050405020304" pitchFamily="18" charset="0"/>
                <a:ea typeface="+mn-ea"/>
                <a:cs typeface="Times New Roman" panose="02020603050405020304" pitchFamily="18" charset="0"/>
              </a:rPr>
              <a:t>REFERENCES</a:t>
            </a:r>
            <a:endParaRPr lang="en-IN" sz="2800" dirty="0">
              <a:effectLst/>
            </a:endParaRPr>
          </a:p>
        </p:txBody>
      </p:sp>
      <p:sp>
        <p:nvSpPr>
          <p:cNvPr id="10" name="TextBox 9">
            <a:extLst>
              <a:ext uri="{FF2B5EF4-FFF2-40B4-BE49-F238E27FC236}">
                <a16:creationId xmlns:a16="http://schemas.microsoft.com/office/drawing/2014/main" xmlns="" id="{F09BC811-8E6B-4430-8506-F6E9F5071A36}"/>
              </a:ext>
            </a:extLst>
          </p:cNvPr>
          <p:cNvSpPr txBox="1"/>
          <p:nvPr/>
        </p:nvSpPr>
        <p:spPr>
          <a:xfrm>
            <a:off x="279918" y="774441"/>
            <a:ext cx="10478278" cy="6003322"/>
          </a:xfrm>
          <a:prstGeom prst="rect">
            <a:avLst/>
          </a:prstGeom>
          <a:noFill/>
        </p:spPr>
        <p:txBody>
          <a:bodyPr wrap="square" rtlCol="0">
            <a:spAutoFit/>
          </a:bodyPr>
          <a:lstStyle/>
          <a:p>
            <a:pPr marL="0" rtl="0" eaLnBrk="1" latinLnBrk="0" hangingPunct="1">
              <a:lnSpc>
                <a:spcPct val="150000"/>
              </a:lnSpc>
              <a:spcBef>
                <a:spcPts val="0"/>
              </a:spcBef>
              <a:spcAft>
                <a:spcPts val="0"/>
              </a:spcAft>
            </a:pPr>
            <a:r>
              <a:rPr lang="en-IN" sz="1600" b="1" kern="1200" dirty="0">
                <a:solidFill>
                  <a:srgbClr val="000000"/>
                </a:solidFill>
                <a:effectLst/>
                <a:latin typeface="Times New Roman" panose="02020603050405020304" pitchFamily="18" charset="0"/>
                <a:ea typeface="+mn-ea"/>
                <a:cs typeface="Times New Roman" panose="02020603050405020304" pitchFamily="18" charset="0"/>
              </a:rPr>
              <a:t>[</a:t>
            </a:r>
            <a:r>
              <a:rPr lang="en-IN" sz="1600" b="1" kern="1200" dirty="0">
                <a:solidFill>
                  <a:srgbClr val="000000"/>
                </a:solidFill>
                <a:effectLst/>
                <a:latin typeface="Times New Roman" panose="02020603050405020304" pitchFamily="18" charset="0"/>
                <a:cs typeface="Times New Roman" panose="02020603050405020304" pitchFamily="18" charset="0"/>
              </a:rPr>
              <a:t>1] Automated EEG-based screening of depression using deep convolutional neural network,</a:t>
            </a:r>
            <a:r>
              <a:rPr lang="en-IN" sz="1600" kern="1200" dirty="0">
                <a:solidFill>
                  <a:srgbClr val="000000"/>
                </a:solidFill>
                <a:effectLst/>
                <a:latin typeface="Times New Roman" panose="02020603050405020304" pitchFamily="18" charset="0"/>
                <a:cs typeface="Times New Roman" panose="02020603050405020304" pitchFamily="18" charset="0"/>
              </a:rPr>
              <a:t> U. R. Acharya, H. Fujita, S. L. Oh, Y. Hagiwara, J. H. Tan, and M. Adam</a:t>
            </a:r>
            <a:br>
              <a:rPr lang="en-IN" sz="1600" kern="1200" dirty="0">
                <a:solidFill>
                  <a:srgbClr val="000000"/>
                </a:solidFill>
                <a:effectLst/>
                <a:latin typeface="Times New Roman" panose="02020603050405020304" pitchFamily="18" charset="0"/>
                <a:cs typeface="Times New Roman" panose="02020603050405020304" pitchFamily="18" charset="0"/>
              </a:rPr>
            </a:br>
            <a:r>
              <a:rPr lang="en-IN" sz="1600" u="sng" kern="1200" dirty="0">
                <a:solidFill>
                  <a:srgbClr val="000000"/>
                </a:solidFill>
                <a:effectLst/>
                <a:latin typeface="Times New Roman" panose="02020603050405020304" pitchFamily="18" charset="0"/>
                <a:cs typeface="Times New Roman" panose="02020603050405020304" pitchFamily="18" charset="0"/>
                <a:hlinkClick r:id="rId3"/>
              </a:rPr>
              <a:t>https://doi.org/10.1016/j.compbiomed.2018.06.008</a:t>
            </a:r>
            <a:endParaRPr lang="en-IN" sz="1600" dirty="0">
              <a:effectLst/>
              <a:latin typeface="Times New Roman" panose="02020603050405020304" pitchFamily="18" charset="0"/>
              <a:cs typeface="Times New Roman" panose="02020603050405020304" pitchFamily="18" charset="0"/>
            </a:endParaRPr>
          </a:p>
          <a:p>
            <a:pPr marL="0" rtl="0" eaLnBrk="1" latinLnBrk="0" hangingPunct="1">
              <a:lnSpc>
                <a:spcPct val="150000"/>
              </a:lnSpc>
              <a:spcBef>
                <a:spcPts val="0"/>
              </a:spcBef>
              <a:spcAft>
                <a:spcPts val="0"/>
              </a:spcAft>
            </a:pPr>
            <a:r>
              <a:rPr lang="en-IN" sz="1600" b="1" kern="1200" dirty="0">
                <a:solidFill>
                  <a:srgbClr val="000000"/>
                </a:solidFill>
                <a:effectLst/>
                <a:latin typeface="Times New Roman" panose="02020603050405020304" pitchFamily="18" charset="0"/>
                <a:cs typeface="Times New Roman" panose="02020603050405020304" pitchFamily="18" charset="0"/>
              </a:rPr>
              <a:t>[2] Deep convolutional neural network model for automated diagnosis of depression using EEG signals</a:t>
            </a:r>
            <a:r>
              <a:rPr lang="en-IN" sz="1600" kern="1200" dirty="0">
                <a:solidFill>
                  <a:srgbClr val="000000"/>
                </a:solidFill>
                <a:effectLst/>
                <a:latin typeface="Times New Roman" panose="02020603050405020304" pitchFamily="18" charset="0"/>
                <a:cs typeface="Times New Roman" panose="02020603050405020304" pitchFamily="18" charset="0"/>
              </a:rPr>
              <a:t>, S. L. Oh, U. R. Acharya, Y. Hagiwara, J. H. Tan, and H. </a:t>
            </a:r>
            <a:r>
              <a:rPr lang="en-IN" sz="1600" kern="1200" dirty="0" err="1">
                <a:solidFill>
                  <a:srgbClr val="000000"/>
                </a:solidFill>
                <a:effectLst/>
                <a:latin typeface="Times New Roman" panose="02020603050405020304" pitchFamily="18" charset="0"/>
                <a:cs typeface="Times New Roman" panose="02020603050405020304" pitchFamily="18" charset="0"/>
              </a:rPr>
              <a:t>Adeli</a:t>
            </a:r>
            <a:r>
              <a:rPr lang="en-IN" sz="1600" kern="1200" dirty="0">
                <a:solidFill>
                  <a:srgbClr val="000000"/>
                </a:solidFill>
                <a:effectLst/>
                <a:latin typeface="Times New Roman" panose="02020603050405020304" pitchFamily="18" charset="0"/>
                <a:cs typeface="Times New Roman" panose="02020603050405020304" pitchFamily="18" charset="0"/>
              </a:rPr>
              <a:t/>
            </a:r>
            <a:br>
              <a:rPr lang="en-IN" sz="1600" kern="1200" dirty="0">
                <a:solidFill>
                  <a:srgbClr val="000000"/>
                </a:solidFill>
                <a:effectLst/>
                <a:latin typeface="Times New Roman" panose="02020603050405020304" pitchFamily="18" charset="0"/>
                <a:cs typeface="Times New Roman" panose="02020603050405020304" pitchFamily="18" charset="0"/>
              </a:rPr>
            </a:br>
            <a:r>
              <a:rPr lang="en-IN" sz="1600" u="sng" kern="1200" dirty="0">
                <a:solidFill>
                  <a:srgbClr val="000000"/>
                </a:solidFill>
                <a:effectLst/>
                <a:latin typeface="Times New Roman" panose="02020603050405020304" pitchFamily="18" charset="0"/>
                <a:cs typeface="Times New Roman" panose="02020603050405020304" pitchFamily="18" charset="0"/>
                <a:hlinkClick r:id="rId4"/>
              </a:rPr>
              <a:t>https://doi.org/10.3390/app9153319</a:t>
            </a:r>
            <a:endParaRPr lang="en-IN" sz="1600" dirty="0">
              <a:effectLst/>
              <a:latin typeface="Times New Roman" panose="02020603050405020304" pitchFamily="18" charset="0"/>
              <a:cs typeface="Times New Roman" panose="02020603050405020304" pitchFamily="18" charset="0"/>
            </a:endParaRPr>
          </a:p>
          <a:p>
            <a:pPr marL="0" rtl="0" eaLnBrk="1" latinLnBrk="0" hangingPunct="1">
              <a:lnSpc>
                <a:spcPct val="150000"/>
              </a:lnSpc>
              <a:spcBef>
                <a:spcPts val="0"/>
              </a:spcBef>
              <a:spcAft>
                <a:spcPts val="0"/>
              </a:spcAft>
            </a:pPr>
            <a:r>
              <a:rPr lang="en-IN" sz="1600" b="1" kern="1200" dirty="0">
                <a:solidFill>
                  <a:srgbClr val="000000"/>
                </a:solidFill>
                <a:effectLst/>
                <a:latin typeface="Times New Roman" panose="02020603050405020304" pitchFamily="18" charset="0"/>
                <a:cs typeface="Times New Roman" panose="02020603050405020304" pitchFamily="18" charset="0"/>
              </a:rPr>
              <a:t>[3] Implementation guides for CNN and LSTM using </a:t>
            </a:r>
            <a:r>
              <a:rPr lang="en-IN" sz="1600" b="1" kern="1200" dirty="0" err="1">
                <a:solidFill>
                  <a:srgbClr val="000000"/>
                </a:solidFill>
                <a:effectLst/>
                <a:latin typeface="Times New Roman" panose="02020603050405020304" pitchFamily="18" charset="0"/>
                <a:cs typeface="Times New Roman" panose="02020603050405020304" pitchFamily="18" charset="0"/>
              </a:rPr>
              <a:t>Keras</a:t>
            </a:r>
            <a:r>
              <a:rPr lang="en-IN" sz="1600" b="1" kern="1200" dirty="0">
                <a:solidFill>
                  <a:srgbClr val="000000"/>
                </a:solidFill>
                <a:effectLst/>
                <a:latin typeface="Times New Roman" panose="02020603050405020304" pitchFamily="18" charset="0"/>
                <a:cs typeface="Times New Roman" panose="02020603050405020304" pitchFamily="18" charset="0"/>
              </a:rPr>
              <a:t>’ Sequential API.</a:t>
            </a:r>
            <a:r>
              <a:rPr lang="en-IN" sz="1600" kern="1200" dirty="0">
                <a:solidFill>
                  <a:srgbClr val="000000"/>
                </a:solidFill>
                <a:effectLst/>
                <a:latin typeface="Times New Roman" panose="02020603050405020304" pitchFamily="18" charset="0"/>
                <a:cs typeface="Times New Roman" panose="02020603050405020304" pitchFamily="18" charset="0"/>
              </a:rPr>
              <a:t/>
            </a:r>
            <a:br>
              <a:rPr lang="en-IN" sz="1600" kern="1200" dirty="0">
                <a:solidFill>
                  <a:srgbClr val="000000"/>
                </a:solidFill>
                <a:effectLst/>
                <a:latin typeface="Times New Roman" panose="02020603050405020304" pitchFamily="18" charset="0"/>
                <a:cs typeface="Times New Roman" panose="02020603050405020304" pitchFamily="18" charset="0"/>
              </a:rPr>
            </a:br>
            <a:r>
              <a:rPr lang="en-IN" sz="1600" u="sng" kern="1200" dirty="0">
                <a:solidFill>
                  <a:srgbClr val="000000"/>
                </a:solidFill>
                <a:effectLst/>
                <a:latin typeface="Times New Roman" panose="02020603050405020304" pitchFamily="18" charset="0"/>
                <a:cs typeface="Times New Roman" panose="02020603050405020304" pitchFamily="18" charset="0"/>
                <a:hlinkClick r:id="rId5"/>
              </a:rPr>
              <a:t>https://keras.io/guides/sequential_model/</a:t>
            </a:r>
            <a:endParaRPr lang="en-IN" sz="1600" dirty="0">
              <a:effectLst/>
              <a:latin typeface="Times New Roman" panose="02020603050405020304" pitchFamily="18" charset="0"/>
              <a:cs typeface="Times New Roman" panose="02020603050405020304" pitchFamily="18" charset="0"/>
            </a:endParaRPr>
          </a:p>
          <a:p>
            <a:pPr marL="0" rtl="0" eaLnBrk="1" latinLnBrk="0" hangingPunct="1">
              <a:lnSpc>
                <a:spcPct val="150000"/>
              </a:lnSpc>
              <a:spcBef>
                <a:spcPts val="0"/>
              </a:spcBef>
              <a:spcAft>
                <a:spcPts val="0"/>
              </a:spcAft>
            </a:pPr>
            <a:r>
              <a:rPr lang="en-IN" sz="1600" b="1" kern="1200" dirty="0">
                <a:solidFill>
                  <a:srgbClr val="000000"/>
                </a:solidFill>
                <a:effectLst/>
                <a:latin typeface="Times New Roman" panose="02020603050405020304" pitchFamily="18" charset="0"/>
                <a:cs typeface="Times New Roman" panose="02020603050405020304" pitchFamily="18" charset="0"/>
              </a:rPr>
              <a:t>[4] U.R. Acharya, S.L. Oh, Y. Hagiwara, J.H. Tan, H. </a:t>
            </a:r>
            <a:r>
              <a:rPr lang="en-IN" sz="1600" b="1" kern="1200" dirty="0" err="1">
                <a:solidFill>
                  <a:srgbClr val="000000"/>
                </a:solidFill>
                <a:effectLst/>
                <a:latin typeface="Times New Roman" panose="02020603050405020304" pitchFamily="18" charset="0"/>
                <a:cs typeface="Times New Roman" panose="02020603050405020304" pitchFamily="18" charset="0"/>
              </a:rPr>
              <a:t>Adeli</a:t>
            </a:r>
            <a:r>
              <a:rPr lang="en-IN" sz="1600" b="1" kern="1200" dirty="0">
                <a:solidFill>
                  <a:srgbClr val="000000"/>
                </a:solidFill>
                <a:effectLst/>
                <a:latin typeface="Times New Roman" panose="02020603050405020304" pitchFamily="18" charset="0"/>
                <a:cs typeface="Times New Roman" panose="02020603050405020304" pitchFamily="18" charset="0"/>
              </a:rPr>
              <a:t>, D.P. Subha, Automated EEG-based screening of depression using deep convolutional neural network, </a:t>
            </a:r>
            <a:r>
              <a:rPr lang="en-IN" sz="1600" b="1" kern="1200" dirty="0" err="1">
                <a:solidFill>
                  <a:srgbClr val="000000"/>
                </a:solidFill>
                <a:effectLst/>
                <a:latin typeface="Times New Roman" panose="02020603050405020304" pitchFamily="18" charset="0"/>
                <a:cs typeface="Times New Roman" panose="02020603050405020304" pitchFamily="18" charset="0"/>
              </a:rPr>
              <a:t>Comput</a:t>
            </a:r>
            <a:r>
              <a:rPr lang="en-IN" sz="1600" b="1" kern="1200" dirty="0">
                <a:solidFill>
                  <a:srgbClr val="000000"/>
                </a:solidFill>
                <a:effectLst/>
                <a:latin typeface="Times New Roman" panose="02020603050405020304" pitchFamily="18" charset="0"/>
                <a:cs typeface="Times New Roman" panose="02020603050405020304" pitchFamily="18" charset="0"/>
              </a:rPr>
              <a:t>. Methods Programs Biomed. 161 (2018) 103–113. </a:t>
            </a:r>
            <a:r>
              <a:rPr lang="en-IN" sz="1600" b="1" kern="1200" dirty="0">
                <a:solidFill>
                  <a:srgbClr val="000000"/>
                </a:solidFill>
                <a:effectLst/>
                <a:latin typeface="Times New Roman" panose="02020603050405020304" pitchFamily="18" charset="0"/>
                <a:cs typeface="Times New Roman" panose="02020603050405020304" pitchFamily="18" charset="0"/>
                <a:hlinkClick r:id="rId6"/>
              </a:rPr>
              <a:t>https://www.sciencedirect.com/science/article/pii/S0169260718301494</a:t>
            </a:r>
            <a:endParaRPr lang="en-IN" sz="1600" dirty="0">
              <a:effectLst/>
              <a:latin typeface="Times New Roman" panose="02020603050405020304" pitchFamily="18" charset="0"/>
              <a:cs typeface="Times New Roman" panose="02020603050405020304" pitchFamily="18" charset="0"/>
            </a:endParaRPr>
          </a:p>
          <a:p>
            <a:pPr marL="0" rtl="0" eaLnBrk="1" latinLnBrk="0" hangingPunct="1">
              <a:spcBef>
                <a:spcPts val="0"/>
              </a:spcBef>
              <a:spcAft>
                <a:spcPts val="0"/>
              </a:spcAft>
            </a:pPr>
            <a:r>
              <a:rPr lang="en-IN" sz="1600" b="1" kern="1200" dirty="0">
                <a:solidFill>
                  <a:srgbClr val="000000"/>
                </a:solidFill>
                <a:effectLst/>
                <a:latin typeface="Times New Roman" panose="02020603050405020304" pitchFamily="18" charset="0"/>
                <a:cs typeface="Times New Roman" panose="02020603050405020304" pitchFamily="18" charset="0"/>
              </a:rPr>
              <a:t>[5] Electroencephalogram (EEG)-based computer-aided technique to diagnose major depressive disorder (MDD)”</a:t>
            </a:r>
            <a:r>
              <a:rPr lang="en-IN" sz="1600" kern="1200" dirty="0">
                <a:solidFill>
                  <a:srgbClr val="000000"/>
                </a:solidFill>
                <a:effectLst/>
                <a:latin typeface="Times New Roman" panose="02020603050405020304" pitchFamily="18" charset="0"/>
                <a:cs typeface="Times New Roman" panose="02020603050405020304" pitchFamily="18" charset="0"/>
              </a:rPr>
              <a:t> by W. Mumtaz, L. Xia, S. S. A. Ali, M. A. M. Yasin, M. Hussain, A. S. Malik (2017),  </a:t>
            </a:r>
            <a:r>
              <a:rPr lang="en-IN" sz="1600" kern="1200" dirty="0">
                <a:solidFill>
                  <a:srgbClr val="000000"/>
                </a:solidFill>
                <a:effectLst/>
                <a:latin typeface="Times New Roman" panose="02020603050405020304" pitchFamily="18" charset="0"/>
                <a:cs typeface="Times New Roman" panose="02020603050405020304" pitchFamily="18" charset="0"/>
                <a:hlinkClick r:id="rId7"/>
              </a:rPr>
              <a:t>https://www.sciencedirect.com/science/article/abs/pii/S1746809416300866</a:t>
            </a:r>
            <a:endParaRPr lang="en-IN" sz="1600" dirty="0">
              <a:effectLst/>
              <a:latin typeface="Times New Roman" panose="02020603050405020304" pitchFamily="18" charset="0"/>
              <a:cs typeface="Times New Roman" panose="02020603050405020304" pitchFamily="18" charset="0"/>
            </a:endParaRPr>
          </a:p>
          <a:p>
            <a:pPr marL="0" rtl="0" eaLnBrk="1" latinLnBrk="0" hangingPunct="1">
              <a:spcBef>
                <a:spcPts val="0"/>
              </a:spcBef>
              <a:spcAft>
                <a:spcPts val="0"/>
              </a:spcAft>
            </a:pPr>
            <a:r>
              <a:rPr lang="en-IN" sz="1600" kern="1200" dirty="0">
                <a:solidFill>
                  <a:srgbClr val="000000"/>
                </a:solidFill>
                <a:effectLst/>
                <a:latin typeface="Times New Roman" panose="02020603050405020304" pitchFamily="18" charset="0"/>
                <a:cs typeface="Times New Roman" panose="02020603050405020304" pitchFamily="18" charset="0"/>
              </a:rPr>
              <a:t>[6] </a:t>
            </a:r>
            <a:r>
              <a:rPr lang="en-IN" sz="1600" b="1" kern="1200" dirty="0">
                <a:solidFill>
                  <a:srgbClr val="000000"/>
                </a:solidFill>
                <a:effectLst/>
                <a:latin typeface="Times New Roman" panose="02020603050405020304" pitchFamily="18" charset="0"/>
                <a:cs typeface="Times New Roman" panose="02020603050405020304" pitchFamily="18" charset="0"/>
              </a:rPr>
              <a:t>Deep convolutional neural networks for computer-aided detection: CNN architectures, dataset characteristics and transfer learning”</a:t>
            </a:r>
            <a:r>
              <a:rPr lang="en-IN" sz="1600" kern="1200" dirty="0">
                <a:solidFill>
                  <a:srgbClr val="000000"/>
                </a:solidFill>
                <a:effectLst/>
                <a:latin typeface="Times New Roman" panose="02020603050405020304" pitchFamily="18" charset="0"/>
                <a:cs typeface="Times New Roman" panose="02020603050405020304" pitchFamily="18" charset="0"/>
              </a:rPr>
              <a:t> by H.-C. Shin, H. R. Roth, M. Gao, L. Lu, Z. Xu, I. </a:t>
            </a:r>
            <a:r>
              <a:rPr lang="en-IN" sz="1600" kern="1200" dirty="0" err="1">
                <a:solidFill>
                  <a:srgbClr val="000000"/>
                </a:solidFill>
                <a:effectLst/>
                <a:latin typeface="Times New Roman" panose="02020603050405020304" pitchFamily="18" charset="0"/>
                <a:cs typeface="Times New Roman" panose="02020603050405020304" pitchFamily="18" charset="0"/>
              </a:rPr>
              <a:t>Nogues</a:t>
            </a:r>
            <a:r>
              <a:rPr lang="en-IN" sz="1600" kern="1200" dirty="0">
                <a:solidFill>
                  <a:srgbClr val="000000"/>
                </a:solidFill>
                <a:effectLst/>
                <a:latin typeface="Times New Roman" panose="02020603050405020304" pitchFamily="18" charset="0"/>
                <a:cs typeface="Times New Roman" panose="02020603050405020304" pitchFamily="18" charset="0"/>
              </a:rPr>
              <a:t>, J. Yao, D. </a:t>
            </a:r>
            <a:r>
              <a:rPr lang="en-IN" sz="1600" kern="1200" dirty="0" err="1">
                <a:solidFill>
                  <a:srgbClr val="000000"/>
                </a:solidFill>
                <a:effectLst/>
                <a:latin typeface="Times New Roman" panose="02020603050405020304" pitchFamily="18" charset="0"/>
                <a:cs typeface="Times New Roman" panose="02020603050405020304" pitchFamily="18" charset="0"/>
              </a:rPr>
              <a:t>Mollura</a:t>
            </a:r>
            <a:r>
              <a:rPr lang="en-IN" sz="1600" kern="1200" dirty="0">
                <a:solidFill>
                  <a:srgbClr val="000000"/>
                </a:solidFill>
                <a:effectLst/>
                <a:latin typeface="Times New Roman" panose="02020603050405020304" pitchFamily="18" charset="0"/>
                <a:cs typeface="Times New Roman" panose="02020603050405020304" pitchFamily="18" charset="0"/>
              </a:rPr>
              <a:t>, R. M. Summers (2016),  </a:t>
            </a:r>
            <a:r>
              <a:rPr lang="en-IN" sz="1600" kern="1200" dirty="0">
                <a:solidFill>
                  <a:srgbClr val="000000"/>
                </a:solidFill>
                <a:effectLst/>
                <a:latin typeface="Times New Roman" panose="02020603050405020304" pitchFamily="18" charset="0"/>
                <a:cs typeface="Times New Roman" panose="02020603050405020304" pitchFamily="18" charset="0"/>
                <a:hlinkClick r:id="rId8"/>
              </a:rPr>
              <a:t>https://pubmed.ncbi.nlm.nih.gov/26886976/</a:t>
            </a:r>
            <a:endParaRPr lang="en-IN" sz="1600" dirty="0">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6458710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C97CAA7E-D535-41EC-BD96-76E957419A28}"/>
              </a:ext>
            </a:extLst>
          </p:cNvPr>
          <p:cNvSpPr txBox="1"/>
          <p:nvPr/>
        </p:nvSpPr>
        <p:spPr>
          <a:xfrm>
            <a:off x="2407765" y="413174"/>
            <a:ext cx="6572906" cy="523220"/>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 </a:t>
            </a:r>
            <a:endParaRPr lang="en-IN" sz="4000" b="1" dirty="0">
              <a:solidFill>
                <a:srgbClr val="0070C0"/>
              </a:solidFill>
              <a:latin typeface="Times New Roman" panose="02020603050405020304" pitchFamily="18" charset="0"/>
              <a:cs typeface="Times New Roman" panose="02020603050405020304" pitchFamily="18" charset="0"/>
            </a:endParaRPr>
          </a:p>
        </p:txBody>
      </p:sp>
      <p:sp>
        <p:nvSpPr>
          <p:cNvPr id="3" name="Footer Placeholder 7">
            <a:extLst>
              <a:ext uri="{FF2B5EF4-FFF2-40B4-BE49-F238E27FC236}">
                <a16:creationId xmlns:a16="http://schemas.microsoft.com/office/drawing/2014/main" xmlns="" id="{3C17ECD8-EB70-4649-86A4-63ABD15EAB6B}"/>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a16="http://schemas.microsoft.com/office/drawing/2014/main" xmlns="" id="{89902FA9-103C-4240-8804-14F032C13AF4}"/>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38</a:t>
            </a:fld>
            <a:endParaRPr lang="en-IN"/>
          </a:p>
        </p:txBody>
      </p:sp>
      <p:sp>
        <p:nvSpPr>
          <p:cNvPr id="5" name="Date Placeholder 9">
            <a:extLst>
              <a:ext uri="{FF2B5EF4-FFF2-40B4-BE49-F238E27FC236}">
                <a16:creationId xmlns:a16="http://schemas.microsoft.com/office/drawing/2014/main" xmlns="" id="{06BEB982-7167-4AA2-84DF-913ED5DF9555}"/>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a16="http://schemas.microsoft.com/office/drawing/2014/main" xmlns="" id="{5AE98273-56D1-478E-87E9-EC5EFD38140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a16="http://schemas.microsoft.com/office/drawing/2014/main" xmlns="" id="{7309C2C5-31F8-4B05-9225-DDE4F224DBBF}"/>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Date Placeholder 1">
            <a:extLst>
              <a:ext uri="{FF2B5EF4-FFF2-40B4-BE49-F238E27FC236}">
                <a16:creationId xmlns:a16="http://schemas.microsoft.com/office/drawing/2014/main" xmlns="" id="{8CF54576-DB69-4A2C-B10F-E7DE80DE5F40}"/>
              </a:ext>
            </a:extLst>
          </p:cNvPr>
          <p:cNvSpPr txBox="1">
            <a:spLocks/>
          </p:cNvSpPr>
          <p:nvPr/>
        </p:nvSpPr>
        <p:spPr>
          <a:xfrm>
            <a:off x="1097280" y="6459785"/>
            <a:ext cx="2472271" cy="365125"/>
          </a:xfrm>
          <a:prstGeom prst="rect">
            <a:avLst/>
          </a:prstGeom>
        </p:spPr>
        <p:txBody>
          <a:bodyPr vert="horz" lIns="91440" tIns="45720" rIns="91440" bIns="45720" rtlCol="0" anchor="ctr"/>
          <a:lstStyle>
            <a:defPPr>
              <a:defRPr lang="en-US"/>
            </a:defPPr>
            <a:lvl1pPr marL="0" algn="l" defTabSz="457200" rtl="0" eaLnBrk="1" latinLnBrk="0" hangingPunct="1">
              <a:defRPr sz="90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Dept of AI&amp;DS, SJCIT</a:t>
            </a:r>
            <a:endParaRPr lang="en-IN"/>
          </a:p>
        </p:txBody>
      </p:sp>
      <p:sp>
        <p:nvSpPr>
          <p:cNvPr id="9" name="Footer Placeholder 2">
            <a:extLst>
              <a:ext uri="{FF2B5EF4-FFF2-40B4-BE49-F238E27FC236}">
                <a16:creationId xmlns:a16="http://schemas.microsoft.com/office/drawing/2014/main" xmlns="" id="{98F87FAA-FA07-4221-A84B-111E11E3AC81}"/>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2025-26</a:t>
            </a:r>
          </a:p>
        </p:txBody>
      </p:sp>
      <p:sp>
        <p:nvSpPr>
          <p:cNvPr id="10" name="Slide Number Placeholder 3">
            <a:extLst>
              <a:ext uri="{FF2B5EF4-FFF2-40B4-BE49-F238E27FC236}">
                <a16:creationId xmlns:a16="http://schemas.microsoft.com/office/drawing/2014/main" xmlns="" id="{2326827C-B987-4322-8D7B-67368592C610}"/>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9FBB93A-4B32-4007-AACF-5243CED557C7}" type="slidenum">
              <a:rPr lang="en-IN" smtClean="0"/>
              <a:pPr/>
              <a:t>38</a:t>
            </a:fld>
            <a:endParaRPr lang="en-IN"/>
          </a:p>
        </p:txBody>
      </p:sp>
      <p:pic>
        <p:nvPicPr>
          <p:cNvPr id="11" name="Picture 10">
            <a:extLst>
              <a:ext uri="{FF2B5EF4-FFF2-40B4-BE49-F238E27FC236}">
                <a16:creationId xmlns:a16="http://schemas.microsoft.com/office/drawing/2014/main" xmlns="" id="{CBD4A71E-8277-4557-8523-0FA8C0C87479}"/>
              </a:ext>
            </a:extLst>
          </p:cNvPr>
          <p:cNvPicPr>
            <a:picLocks noChangeAspect="1"/>
          </p:cNvPicPr>
          <p:nvPr/>
        </p:nvPicPr>
        <p:blipFill>
          <a:blip r:embed="rId3"/>
          <a:stretch>
            <a:fillRect/>
          </a:stretch>
        </p:blipFill>
        <p:spPr>
          <a:xfrm>
            <a:off x="0" y="0"/>
            <a:ext cx="12192000" cy="6405510"/>
          </a:xfrm>
          <a:prstGeom prst="rect">
            <a:avLst/>
          </a:prstGeom>
        </p:spPr>
      </p:pic>
    </p:spTree>
    <p:extLst>
      <p:ext uri="{BB962C8B-B14F-4D97-AF65-F5344CB8AC3E}">
        <p14:creationId xmlns:p14="http://schemas.microsoft.com/office/powerpoint/2010/main" val="225735100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xmlns=""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189</TotalTime>
  <Words>2917</Words>
  <Application>Microsoft Office PowerPoint</Application>
  <PresentationFormat>Custom</PresentationFormat>
  <Paragraphs>433</Paragraphs>
  <Slides>38</Slides>
  <Notes>0</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balappagari pranathi</dc:creator>
  <cp:lastModifiedBy>mareddy charan</cp:lastModifiedBy>
  <cp:revision>5</cp:revision>
  <dcterms:created xsi:type="dcterms:W3CDTF">2025-11-21T15:45:01Z</dcterms:created>
  <dcterms:modified xsi:type="dcterms:W3CDTF">2025-12-11T06:28:11Z</dcterms:modified>
</cp:coreProperties>
</file>