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ppt/changesInfos/changesInfo1.xml" ContentType="application/vnd.ms-powerpoint.changes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56" r:id="rId2"/>
  </p:sldIdLst>
  <p:sldSz cx="32918400" cy="43891200"/>
  <p:notesSz cx="6858000" cy="9144000"/>
  <p:defaultTextStyle>
    <a:defPPr>
      <a:defRPr lang="en-US"/>
    </a:defPPr>
    <a:lvl1pPr marL="0" algn="l" defTabSz="3685475" rtl="0" eaLnBrk="1" latinLnBrk="0" hangingPunct="1">
      <a:defRPr sz="7256" kern="1200">
        <a:solidFill>
          <a:schemeClr val="tx1"/>
        </a:solidFill>
        <a:latin typeface="+mn-lt"/>
        <a:ea typeface="+mn-ea"/>
        <a:cs typeface="+mn-cs"/>
      </a:defRPr>
    </a:lvl1pPr>
    <a:lvl2pPr marL="1842738" algn="l" defTabSz="3685475" rtl="0" eaLnBrk="1" latinLnBrk="0" hangingPunct="1">
      <a:defRPr sz="7256" kern="1200">
        <a:solidFill>
          <a:schemeClr val="tx1"/>
        </a:solidFill>
        <a:latin typeface="+mn-lt"/>
        <a:ea typeface="+mn-ea"/>
        <a:cs typeface="+mn-cs"/>
      </a:defRPr>
    </a:lvl2pPr>
    <a:lvl3pPr marL="3685475" algn="l" defTabSz="3685475" rtl="0" eaLnBrk="1" latinLnBrk="0" hangingPunct="1">
      <a:defRPr sz="7256" kern="1200">
        <a:solidFill>
          <a:schemeClr val="tx1"/>
        </a:solidFill>
        <a:latin typeface="+mn-lt"/>
        <a:ea typeface="+mn-ea"/>
        <a:cs typeface="+mn-cs"/>
      </a:defRPr>
    </a:lvl3pPr>
    <a:lvl4pPr marL="5528213" algn="l" defTabSz="3685475" rtl="0" eaLnBrk="1" latinLnBrk="0" hangingPunct="1">
      <a:defRPr sz="7256" kern="1200">
        <a:solidFill>
          <a:schemeClr val="tx1"/>
        </a:solidFill>
        <a:latin typeface="+mn-lt"/>
        <a:ea typeface="+mn-ea"/>
        <a:cs typeface="+mn-cs"/>
      </a:defRPr>
    </a:lvl4pPr>
    <a:lvl5pPr marL="7370920" algn="l" defTabSz="3685475" rtl="0" eaLnBrk="1" latinLnBrk="0" hangingPunct="1">
      <a:defRPr sz="7256" kern="1200">
        <a:solidFill>
          <a:schemeClr val="tx1"/>
        </a:solidFill>
        <a:latin typeface="+mn-lt"/>
        <a:ea typeface="+mn-ea"/>
        <a:cs typeface="+mn-cs"/>
      </a:defRPr>
    </a:lvl5pPr>
    <a:lvl6pPr marL="9213657" algn="l" defTabSz="3685475" rtl="0" eaLnBrk="1" latinLnBrk="0" hangingPunct="1">
      <a:defRPr sz="7256" kern="1200">
        <a:solidFill>
          <a:schemeClr val="tx1"/>
        </a:solidFill>
        <a:latin typeface="+mn-lt"/>
        <a:ea typeface="+mn-ea"/>
        <a:cs typeface="+mn-cs"/>
      </a:defRPr>
    </a:lvl6pPr>
    <a:lvl7pPr marL="11056395" algn="l" defTabSz="3685475" rtl="0" eaLnBrk="1" latinLnBrk="0" hangingPunct="1">
      <a:defRPr sz="7256" kern="1200">
        <a:solidFill>
          <a:schemeClr val="tx1"/>
        </a:solidFill>
        <a:latin typeface="+mn-lt"/>
        <a:ea typeface="+mn-ea"/>
        <a:cs typeface="+mn-cs"/>
      </a:defRPr>
    </a:lvl7pPr>
    <a:lvl8pPr marL="12899132" algn="l" defTabSz="3685475" rtl="0" eaLnBrk="1" latinLnBrk="0" hangingPunct="1">
      <a:defRPr sz="7256" kern="1200">
        <a:solidFill>
          <a:schemeClr val="tx1"/>
        </a:solidFill>
        <a:latin typeface="+mn-lt"/>
        <a:ea typeface="+mn-ea"/>
        <a:cs typeface="+mn-cs"/>
      </a:defRPr>
    </a:lvl8pPr>
    <a:lvl9pPr marL="14741870" algn="l" defTabSz="3685475" rtl="0" eaLnBrk="1" latinLnBrk="0" hangingPunct="1">
      <a:defRPr sz="7256" kern="1200">
        <a:solidFill>
          <a:schemeClr val="tx1"/>
        </a:solidFill>
        <a:latin typeface="+mn-lt"/>
        <a:ea typeface="+mn-ea"/>
        <a:cs typeface="+mn-cs"/>
      </a:defRPr>
    </a:lvl9pPr>
  </p:defaultTextStyle>
  <p:extLst>
    <p:ext uri="{EFAFB233-063F-42B5-8137-9DF3F51BA10A}">
      <p15:sldGuideLst xmlns:p15="http://schemas.microsoft.com/office/powerpoint/2012/main" xmlns=""/>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4807" autoAdjust="0"/>
    <p:restoredTop sz="94660"/>
  </p:normalViewPr>
  <p:slideViewPr>
    <p:cSldViewPr snapToGrid="0">
      <p:cViewPr>
        <p:scale>
          <a:sx n="25" d="100"/>
          <a:sy n="25" d="100"/>
        </p:scale>
        <p:origin x="-1728" y="-269"/>
      </p:cViewPr>
      <p:guideLst>
        <p:guide orient="horz" pos="13824"/>
        <p:guide pos="10368"/>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7" Type="http://schemas.microsoft.com/office/2016/11/relationships/changesInfo" Target="changesInfos/changesInfo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athasree. balappagari" userId="b29af616083bfa20" providerId="LiveId" clId="{2E9BBEF1-636C-4AF8-AD27-F718128511A9}"/>
    <pc:docChg chg="modSld">
      <pc:chgData name="lathasree. balappagari" userId="b29af616083bfa20" providerId="LiveId" clId="{2E9BBEF1-636C-4AF8-AD27-F718128511A9}" dt="2025-12-04T16:27:09.194" v="1" actId="14100"/>
      <pc:docMkLst>
        <pc:docMk/>
      </pc:docMkLst>
      <pc:sldChg chg="modSp mod">
        <pc:chgData name="lathasree. balappagari" userId="b29af616083bfa20" providerId="LiveId" clId="{2E9BBEF1-636C-4AF8-AD27-F718128511A9}" dt="2025-12-04T16:27:09.194" v="1" actId="14100"/>
        <pc:sldMkLst>
          <pc:docMk/>
          <pc:sldMk cId="4275584890" sldId="256"/>
        </pc:sldMkLst>
        <pc:spChg chg="mod">
          <ac:chgData name="lathasree. balappagari" userId="b29af616083bfa20" providerId="LiveId" clId="{2E9BBEF1-636C-4AF8-AD27-F718128511A9}" dt="2025-12-04T16:27:09.194" v="1" actId="14100"/>
          <ac:spMkLst>
            <pc:docMk/>
            <pc:sldMk cId="4275584890" sldId="256"/>
            <ac:spMk id="16" creationId="{00000000-0000-0000-0000-000000000000}"/>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68880" y="7183123"/>
            <a:ext cx="27980640" cy="15280640"/>
          </a:xfrm>
        </p:spPr>
        <p:txBody>
          <a:bodyPr anchor="b"/>
          <a:lstStyle>
            <a:lvl1pPr algn="ctr">
              <a:defRPr sz="21600"/>
            </a:lvl1pPr>
          </a:lstStyle>
          <a:p>
            <a:r>
              <a:rPr lang="en-US"/>
              <a:t>Click to edit Master title style</a:t>
            </a:r>
            <a:endParaRPr lang="en-US" dirty="0"/>
          </a:p>
        </p:txBody>
      </p:sp>
      <p:sp>
        <p:nvSpPr>
          <p:cNvPr id="3" name="Subtitle 2"/>
          <p:cNvSpPr>
            <a:spLocks noGrp="1"/>
          </p:cNvSpPr>
          <p:nvPr>
            <p:ph type="subTitle" idx="1"/>
          </p:nvPr>
        </p:nvSpPr>
        <p:spPr>
          <a:xfrm>
            <a:off x="4114800" y="23053043"/>
            <a:ext cx="24688800" cy="10596877"/>
          </a:xfrm>
        </p:spPr>
        <p:txBody>
          <a:bodyPr/>
          <a:lstStyle>
            <a:lvl1pPr marL="0" indent="0" algn="ctr">
              <a:buNone/>
              <a:defRPr sz="8640"/>
            </a:lvl1pPr>
            <a:lvl2pPr marL="1645920" indent="0" algn="ctr">
              <a:buNone/>
              <a:defRPr sz="7200"/>
            </a:lvl2pPr>
            <a:lvl3pPr marL="3291840" indent="0" algn="ctr">
              <a:buNone/>
              <a:defRPr sz="6480"/>
            </a:lvl3pPr>
            <a:lvl4pPr marL="4937760" indent="0" algn="ctr">
              <a:buNone/>
              <a:defRPr sz="5760"/>
            </a:lvl4pPr>
            <a:lvl5pPr marL="6583680" indent="0" algn="ctr">
              <a:buNone/>
              <a:defRPr sz="5760"/>
            </a:lvl5pPr>
            <a:lvl6pPr marL="8229600" indent="0" algn="ctr">
              <a:buNone/>
              <a:defRPr sz="5760"/>
            </a:lvl6pPr>
            <a:lvl7pPr marL="9875520" indent="0" algn="ctr">
              <a:buNone/>
              <a:defRPr sz="5760"/>
            </a:lvl7pPr>
            <a:lvl8pPr marL="11521440" indent="0" algn="ctr">
              <a:buNone/>
              <a:defRPr sz="5760"/>
            </a:lvl8pPr>
            <a:lvl9pPr marL="13167360" indent="0" algn="ctr">
              <a:buNone/>
              <a:defRPr sz="576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3A206740-CE37-41C1-A731-91919DF5EA46}" type="datetimeFigureOut">
              <a:rPr lang="en-IN" smtClean="0"/>
              <a:t>11-12-2025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1563C8F-57EE-4DE9-BC88-F390142D84EE}" type="slidenum">
              <a:rPr lang="en-IN" smtClean="0"/>
              <a:t>‹#›</a:t>
            </a:fld>
            <a:endParaRPr lang="en-IN"/>
          </a:p>
        </p:txBody>
      </p:sp>
    </p:spTree>
    <p:extLst>
      <p:ext uri="{BB962C8B-B14F-4D97-AF65-F5344CB8AC3E}">
        <p14:creationId xmlns:p14="http://schemas.microsoft.com/office/powerpoint/2010/main" val="34039955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A206740-CE37-41C1-A731-91919DF5EA46}" type="datetimeFigureOut">
              <a:rPr lang="en-IN" smtClean="0"/>
              <a:t>11-12-2025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1563C8F-57EE-4DE9-BC88-F390142D84EE}" type="slidenum">
              <a:rPr lang="en-IN" smtClean="0"/>
              <a:t>‹#›</a:t>
            </a:fld>
            <a:endParaRPr lang="en-IN"/>
          </a:p>
        </p:txBody>
      </p:sp>
    </p:spTree>
    <p:extLst>
      <p:ext uri="{BB962C8B-B14F-4D97-AF65-F5344CB8AC3E}">
        <p14:creationId xmlns:p14="http://schemas.microsoft.com/office/powerpoint/2010/main" val="6469597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245997" y="10942333"/>
            <a:ext cx="28392120" cy="18257517"/>
          </a:xfrm>
        </p:spPr>
        <p:txBody>
          <a:bodyPr anchor="b"/>
          <a:lstStyle>
            <a:lvl1pPr>
              <a:defRPr sz="21600"/>
            </a:lvl1pPr>
          </a:lstStyle>
          <a:p>
            <a:r>
              <a:rPr lang="en-US"/>
              <a:t>Click to edit Master title style</a:t>
            </a:r>
            <a:endParaRPr lang="en-US" dirty="0"/>
          </a:p>
        </p:txBody>
      </p:sp>
      <p:sp>
        <p:nvSpPr>
          <p:cNvPr id="3" name="Text Placeholder 2"/>
          <p:cNvSpPr>
            <a:spLocks noGrp="1"/>
          </p:cNvSpPr>
          <p:nvPr>
            <p:ph type="body" idx="1"/>
          </p:nvPr>
        </p:nvSpPr>
        <p:spPr>
          <a:xfrm>
            <a:off x="2245997" y="29372573"/>
            <a:ext cx="28392120" cy="9601197"/>
          </a:xfrm>
        </p:spPr>
        <p:txBody>
          <a:bodyPr/>
          <a:lstStyle>
            <a:lvl1pPr marL="0" indent="0">
              <a:buNone/>
              <a:defRPr sz="8640">
                <a:solidFill>
                  <a:schemeClr val="tx1"/>
                </a:solidFill>
              </a:defRPr>
            </a:lvl1pPr>
            <a:lvl2pPr marL="1645920" indent="0">
              <a:buNone/>
              <a:defRPr sz="7200">
                <a:solidFill>
                  <a:schemeClr val="tx1">
                    <a:tint val="75000"/>
                  </a:schemeClr>
                </a:solidFill>
              </a:defRPr>
            </a:lvl2pPr>
            <a:lvl3pPr marL="3291840" indent="0">
              <a:buNone/>
              <a:defRPr sz="6480">
                <a:solidFill>
                  <a:schemeClr val="tx1">
                    <a:tint val="75000"/>
                  </a:schemeClr>
                </a:solidFill>
              </a:defRPr>
            </a:lvl3pPr>
            <a:lvl4pPr marL="4937760" indent="0">
              <a:buNone/>
              <a:defRPr sz="5760">
                <a:solidFill>
                  <a:schemeClr val="tx1">
                    <a:tint val="75000"/>
                  </a:schemeClr>
                </a:solidFill>
              </a:defRPr>
            </a:lvl4pPr>
            <a:lvl5pPr marL="6583680" indent="0">
              <a:buNone/>
              <a:defRPr sz="5760">
                <a:solidFill>
                  <a:schemeClr val="tx1">
                    <a:tint val="75000"/>
                  </a:schemeClr>
                </a:solidFill>
              </a:defRPr>
            </a:lvl5pPr>
            <a:lvl6pPr marL="8229600" indent="0">
              <a:buNone/>
              <a:defRPr sz="5760">
                <a:solidFill>
                  <a:schemeClr val="tx1">
                    <a:tint val="75000"/>
                  </a:schemeClr>
                </a:solidFill>
              </a:defRPr>
            </a:lvl6pPr>
            <a:lvl7pPr marL="9875520" indent="0">
              <a:buNone/>
              <a:defRPr sz="5760">
                <a:solidFill>
                  <a:schemeClr val="tx1">
                    <a:tint val="75000"/>
                  </a:schemeClr>
                </a:solidFill>
              </a:defRPr>
            </a:lvl7pPr>
            <a:lvl8pPr marL="11521440" indent="0">
              <a:buNone/>
              <a:defRPr sz="5760">
                <a:solidFill>
                  <a:schemeClr val="tx1">
                    <a:tint val="75000"/>
                  </a:schemeClr>
                </a:solidFill>
              </a:defRPr>
            </a:lvl8pPr>
            <a:lvl9pPr marL="13167360" indent="0">
              <a:buNone/>
              <a:defRPr sz="576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A206740-CE37-41C1-A731-91919DF5EA46}" type="datetimeFigureOut">
              <a:rPr lang="en-IN" smtClean="0"/>
              <a:t>11-12-2025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1563C8F-57EE-4DE9-BC88-F390142D84EE}" type="slidenum">
              <a:rPr lang="en-IN" smtClean="0"/>
              <a:t>‹#›</a:t>
            </a:fld>
            <a:endParaRPr lang="en-IN"/>
          </a:p>
        </p:txBody>
      </p:sp>
    </p:spTree>
    <p:extLst>
      <p:ext uri="{BB962C8B-B14F-4D97-AF65-F5344CB8AC3E}">
        <p14:creationId xmlns:p14="http://schemas.microsoft.com/office/powerpoint/2010/main" val="42759267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263140" y="11684000"/>
            <a:ext cx="13990320" cy="278485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16664940" y="11684000"/>
            <a:ext cx="13990320" cy="278485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A206740-CE37-41C1-A731-91919DF5EA46}" type="datetimeFigureOut">
              <a:rPr lang="en-IN" smtClean="0"/>
              <a:t>11-12-2025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1563C8F-57EE-4DE9-BC88-F390142D84EE}" type="slidenum">
              <a:rPr lang="en-IN" smtClean="0"/>
              <a:t>‹#›</a:t>
            </a:fld>
            <a:endParaRPr lang="en-IN"/>
          </a:p>
        </p:txBody>
      </p:sp>
    </p:spTree>
    <p:extLst>
      <p:ext uri="{BB962C8B-B14F-4D97-AF65-F5344CB8AC3E}">
        <p14:creationId xmlns:p14="http://schemas.microsoft.com/office/powerpoint/2010/main" val="101788832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267428" y="2336810"/>
            <a:ext cx="28392120" cy="8483603"/>
          </a:xfrm>
        </p:spPr>
        <p:txBody>
          <a:bodyPr/>
          <a:lstStyle/>
          <a:p>
            <a:r>
              <a:rPr lang="en-US"/>
              <a:t>Click to edit Master title style</a:t>
            </a:r>
            <a:endParaRPr lang="en-US" dirty="0"/>
          </a:p>
        </p:txBody>
      </p:sp>
      <p:sp>
        <p:nvSpPr>
          <p:cNvPr id="3" name="Text Placeholder 2"/>
          <p:cNvSpPr>
            <a:spLocks noGrp="1"/>
          </p:cNvSpPr>
          <p:nvPr>
            <p:ph type="body" idx="1"/>
          </p:nvPr>
        </p:nvSpPr>
        <p:spPr>
          <a:xfrm>
            <a:off x="2267431" y="10759443"/>
            <a:ext cx="13926024" cy="5273037"/>
          </a:xfrm>
        </p:spPr>
        <p:txBody>
          <a:bodyPr anchor="b"/>
          <a:lstStyle>
            <a:lvl1pPr marL="0" indent="0">
              <a:buNone/>
              <a:defRPr sz="8640" b="1"/>
            </a:lvl1pPr>
            <a:lvl2pPr marL="1645920" indent="0">
              <a:buNone/>
              <a:defRPr sz="7200" b="1"/>
            </a:lvl2pPr>
            <a:lvl3pPr marL="3291840" indent="0">
              <a:buNone/>
              <a:defRPr sz="6480" b="1"/>
            </a:lvl3pPr>
            <a:lvl4pPr marL="4937760" indent="0">
              <a:buNone/>
              <a:defRPr sz="5760" b="1"/>
            </a:lvl4pPr>
            <a:lvl5pPr marL="6583680" indent="0">
              <a:buNone/>
              <a:defRPr sz="5760" b="1"/>
            </a:lvl5pPr>
            <a:lvl6pPr marL="8229600" indent="0">
              <a:buNone/>
              <a:defRPr sz="5760" b="1"/>
            </a:lvl6pPr>
            <a:lvl7pPr marL="9875520" indent="0">
              <a:buNone/>
              <a:defRPr sz="5760" b="1"/>
            </a:lvl7pPr>
            <a:lvl8pPr marL="11521440" indent="0">
              <a:buNone/>
              <a:defRPr sz="5760" b="1"/>
            </a:lvl8pPr>
            <a:lvl9pPr marL="13167360" indent="0">
              <a:buNone/>
              <a:defRPr sz="5760" b="1"/>
            </a:lvl9pPr>
          </a:lstStyle>
          <a:p>
            <a:pPr lvl="0"/>
            <a:r>
              <a:rPr lang="en-US"/>
              <a:t>Click to edit Master text styles</a:t>
            </a:r>
          </a:p>
        </p:txBody>
      </p:sp>
      <p:sp>
        <p:nvSpPr>
          <p:cNvPr id="4" name="Content Placeholder 3"/>
          <p:cNvSpPr>
            <a:spLocks noGrp="1"/>
          </p:cNvSpPr>
          <p:nvPr>
            <p:ph sz="half" idx="2"/>
          </p:nvPr>
        </p:nvSpPr>
        <p:spPr>
          <a:xfrm>
            <a:off x="2267431" y="16032480"/>
            <a:ext cx="13926024" cy="235813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16664942" y="10759443"/>
            <a:ext cx="13994608" cy="5273037"/>
          </a:xfrm>
        </p:spPr>
        <p:txBody>
          <a:bodyPr anchor="b"/>
          <a:lstStyle>
            <a:lvl1pPr marL="0" indent="0">
              <a:buNone/>
              <a:defRPr sz="8640" b="1"/>
            </a:lvl1pPr>
            <a:lvl2pPr marL="1645920" indent="0">
              <a:buNone/>
              <a:defRPr sz="7200" b="1"/>
            </a:lvl2pPr>
            <a:lvl3pPr marL="3291840" indent="0">
              <a:buNone/>
              <a:defRPr sz="6480" b="1"/>
            </a:lvl3pPr>
            <a:lvl4pPr marL="4937760" indent="0">
              <a:buNone/>
              <a:defRPr sz="5760" b="1"/>
            </a:lvl4pPr>
            <a:lvl5pPr marL="6583680" indent="0">
              <a:buNone/>
              <a:defRPr sz="5760" b="1"/>
            </a:lvl5pPr>
            <a:lvl6pPr marL="8229600" indent="0">
              <a:buNone/>
              <a:defRPr sz="5760" b="1"/>
            </a:lvl6pPr>
            <a:lvl7pPr marL="9875520" indent="0">
              <a:buNone/>
              <a:defRPr sz="5760" b="1"/>
            </a:lvl7pPr>
            <a:lvl8pPr marL="11521440" indent="0">
              <a:buNone/>
              <a:defRPr sz="5760" b="1"/>
            </a:lvl8pPr>
            <a:lvl9pPr marL="13167360" indent="0">
              <a:buNone/>
              <a:defRPr sz="5760" b="1"/>
            </a:lvl9pPr>
          </a:lstStyle>
          <a:p>
            <a:pPr lvl="0"/>
            <a:r>
              <a:rPr lang="en-US"/>
              <a:t>Click to edit Master text styles</a:t>
            </a:r>
          </a:p>
        </p:txBody>
      </p:sp>
      <p:sp>
        <p:nvSpPr>
          <p:cNvPr id="6" name="Content Placeholder 5"/>
          <p:cNvSpPr>
            <a:spLocks noGrp="1"/>
          </p:cNvSpPr>
          <p:nvPr>
            <p:ph sz="quarter" idx="4"/>
          </p:nvPr>
        </p:nvSpPr>
        <p:spPr>
          <a:xfrm>
            <a:off x="16664942" y="16032480"/>
            <a:ext cx="13994608" cy="235813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3A206740-CE37-41C1-A731-91919DF5EA46}" type="datetimeFigureOut">
              <a:rPr lang="en-IN" smtClean="0"/>
              <a:t>11-12-2025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D1563C8F-57EE-4DE9-BC88-F390142D84EE}" type="slidenum">
              <a:rPr lang="en-IN" smtClean="0"/>
              <a:t>‹#›</a:t>
            </a:fld>
            <a:endParaRPr lang="en-IN"/>
          </a:p>
        </p:txBody>
      </p:sp>
    </p:spTree>
    <p:extLst>
      <p:ext uri="{BB962C8B-B14F-4D97-AF65-F5344CB8AC3E}">
        <p14:creationId xmlns:p14="http://schemas.microsoft.com/office/powerpoint/2010/main" val="16349642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3A206740-CE37-41C1-A731-91919DF5EA46}" type="datetimeFigureOut">
              <a:rPr lang="en-IN" smtClean="0"/>
              <a:t>11-12-2025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D1563C8F-57EE-4DE9-BC88-F390142D84EE}" type="slidenum">
              <a:rPr lang="en-IN" smtClean="0"/>
              <a:t>‹#›</a:t>
            </a:fld>
            <a:endParaRPr lang="en-IN"/>
          </a:p>
        </p:txBody>
      </p:sp>
    </p:spTree>
    <p:extLst>
      <p:ext uri="{BB962C8B-B14F-4D97-AF65-F5344CB8AC3E}">
        <p14:creationId xmlns:p14="http://schemas.microsoft.com/office/powerpoint/2010/main" val="15938902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A206740-CE37-41C1-A731-91919DF5EA46}" type="datetimeFigureOut">
              <a:rPr lang="en-IN" smtClean="0"/>
              <a:t>11-12-2025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D1563C8F-57EE-4DE9-BC88-F390142D84EE}" type="slidenum">
              <a:rPr lang="en-IN" smtClean="0"/>
              <a:t>‹#›</a:t>
            </a:fld>
            <a:endParaRPr lang="en-IN"/>
          </a:p>
        </p:txBody>
      </p:sp>
    </p:spTree>
    <p:extLst>
      <p:ext uri="{BB962C8B-B14F-4D97-AF65-F5344CB8AC3E}">
        <p14:creationId xmlns:p14="http://schemas.microsoft.com/office/powerpoint/2010/main" val="89479207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267428" y="2926080"/>
            <a:ext cx="10617041" cy="10241280"/>
          </a:xfrm>
        </p:spPr>
        <p:txBody>
          <a:bodyPr anchor="b"/>
          <a:lstStyle>
            <a:lvl1pPr>
              <a:defRPr sz="11520"/>
            </a:lvl1pPr>
          </a:lstStyle>
          <a:p>
            <a:r>
              <a:rPr lang="en-US"/>
              <a:t>Click to edit Master title style</a:t>
            </a:r>
            <a:endParaRPr lang="en-US" dirty="0"/>
          </a:p>
        </p:txBody>
      </p:sp>
      <p:sp>
        <p:nvSpPr>
          <p:cNvPr id="3" name="Content Placeholder 2"/>
          <p:cNvSpPr>
            <a:spLocks noGrp="1"/>
          </p:cNvSpPr>
          <p:nvPr>
            <p:ph idx="1"/>
          </p:nvPr>
        </p:nvSpPr>
        <p:spPr>
          <a:xfrm>
            <a:off x="13994608" y="6319530"/>
            <a:ext cx="16664940" cy="31191200"/>
          </a:xfrm>
        </p:spPr>
        <p:txBody>
          <a:bodyPr/>
          <a:lstStyle>
            <a:lvl1pPr>
              <a:defRPr sz="11520"/>
            </a:lvl1pPr>
            <a:lvl2pPr>
              <a:defRPr sz="10080"/>
            </a:lvl2pPr>
            <a:lvl3pPr>
              <a:defRPr sz="8640"/>
            </a:lvl3pPr>
            <a:lvl4pPr>
              <a:defRPr sz="7200"/>
            </a:lvl4pPr>
            <a:lvl5pPr>
              <a:defRPr sz="7200"/>
            </a:lvl5pPr>
            <a:lvl6pPr>
              <a:defRPr sz="7200"/>
            </a:lvl6pPr>
            <a:lvl7pPr>
              <a:defRPr sz="7200"/>
            </a:lvl7pPr>
            <a:lvl8pPr>
              <a:defRPr sz="7200"/>
            </a:lvl8pPr>
            <a:lvl9pPr>
              <a:defRPr sz="7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267428" y="13167360"/>
            <a:ext cx="10617041" cy="24394163"/>
          </a:xfrm>
        </p:spPr>
        <p:txBody>
          <a:bodyPr/>
          <a:lstStyle>
            <a:lvl1pPr marL="0" indent="0">
              <a:buNone/>
              <a:defRPr sz="5760"/>
            </a:lvl1pPr>
            <a:lvl2pPr marL="1645920" indent="0">
              <a:buNone/>
              <a:defRPr sz="5040"/>
            </a:lvl2pPr>
            <a:lvl3pPr marL="3291840" indent="0">
              <a:buNone/>
              <a:defRPr sz="4320"/>
            </a:lvl3pPr>
            <a:lvl4pPr marL="4937760" indent="0">
              <a:buNone/>
              <a:defRPr sz="3600"/>
            </a:lvl4pPr>
            <a:lvl5pPr marL="6583680" indent="0">
              <a:buNone/>
              <a:defRPr sz="3600"/>
            </a:lvl5pPr>
            <a:lvl6pPr marL="8229600" indent="0">
              <a:buNone/>
              <a:defRPr sz="3600"/>
            </a:lvl6pPr>
            <a:lvl7pPr marL="9875520" indent="0">
              <a:buNone/>
              <a:defRPr sz="3600"/>
            </a:lvl7pPr>
            <a:lvl8pPr marL="11521440" indent="0">
              <a:buNone/>
              <a:defRPr sz="3600"/>
            </a:lvl8pPr>
            <a:lvl9pPr marL="13167360" indent="0">
              <a:buNone/>
              <a:defRPr sz="3600"/>
            </a:lvl9pPr>
          </a:lstStyle>
          <a:p>
            <a:pPr lvl="0"/>
            <a:r>
              <a:rPr lang="en-US"/>
              <a:t>Click to edit Master text styles</a:t>
            </a:r>
          </a:p>
        </p:txBody>
      </p:sp>
      <p:sp>
        <p:nvSpPr>
          <p:cNvPr id="5" name="Date Placeholder 4"/>
          <p:cNvSpPr>
            <a:spLocks noGrp="1"/>
          </p:cNvSpPr>
          <p:nvPr>
            <p:ph type="dt" sz="half" idx="10"/>
          </p:nvPr>
        </p:nvSpPr>
        <p:spPr/>
        <p:txBody>
          <a:bodyPr/>
          <a:lstStyle/>
          <a:p>
            <a:fld id="{3A206740-CE37-41C1-A731-91919DF5EA46}" type="datetimeFigureOut">
              <a:rPr lang="en-IN" smtClean="0"/>
              <a:t>11-12-2025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1563C8F-57EE-4DE9-BC88-F390142D84EE}" type="slidenum">
              <a:rPr lang="en-IN" smtClean="0"/>
              <a:t>‹#›</a:t>
            </a:fld>
            <a:endParaRPr lang="en-IN"/>
          </a:p>
        </p:txBody>
      </p:sp>
    </p:spTree>
    <p:extLst>
      <p:ext uri="{BB962C8B-B14F-4D97-AF65-F5344CB8AC3E}">
        <p14:creationId xmlns:p14="http://schemas.microsoft.com/office/powerpoint/2010/main" val="91571435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267428" y="2926080"/>
            <a:ext cx="10617041" cy="10241280"/>
          </a:xfrm>
        </p:spPr>
        <p:txBody>
          <a:bodyPr anchor="b"/>
          <a:lstStyle>
            <a:lvl1pPr>
              <a:defRPr sz="11520"/>
            </a:lvl1pPr>
          </a:lstStyle>
          <a:p>
            <a:r>
              <a:rPr lang="en-US"/>
              <a:t>Click to edit Master title style</a:t>
            </a:r>
            <a:endParaRPr lang="en-US" dirty="0"/>
          </a:p>
        </p:txBody>
      </p:sp>
      <p:sp>
        <p:nvSpPr>
          <p:cNvPr id="3" name="Picture Placeholder 2"/>
          <p:cNvSpPr>
            <a:spLocks noGrp="1" noChangeAspect="1"/>
          </p:cNvSpPr>
          <p:nvPr>
            <p:ph type="pic" idx="1"/>
          </p:nvPr>
        </p:nvSpPr>
        <p:spPr>
          <a:xfrm>
            <a:off x="13994608" y="6319530"/>
            <a:ext cx="16664940" cy="31191200"/>
          </a:xfrm>
        </p:spPr>
        <p:txBody>
          <a:bodyPr anchor="t"/>
          <a:lstStyle>
            <a:lvl1pPr marL="0" indent="0">
              <a:buNone/>
              <a:defRPr sz="11520"/>
            </a:lvl1pPr>
            <a:lvl2pPr marL="1645920" indent="0">
              <a:buNone/>
              <a:defRPr sz="10080"/>
            </a:lvl2pPr>
            <a:lvl3pPr marL="3291840" indent="0">
              <a:buNone/>
              <a:defRPr sz="8640"/>
            </a:lvl3pPr>
            <a:lvl4pPr marL="4937760" indent="0">
              <a:buNone/>
              <a:defRPr sz="7200"/>
            </a:lvl4pPr>
            <a:lvl5pPr marL="6583680" indent="0">
              <a:buNone/>
              <a:defRPr sz="7200"/>
            </a:lvl5pPr>
            <a:lvl6pPr marL="8229600" indent="0">
              <a:buNone/>
              <a:defRPr sz="7200"/>
            </a:lvl6pPr>
            <a:lvl7pPr marL="9875520" indent="0">
              <a:buNone/>
              <a:defRPr sz="7200"/>
            </a:lvl7pPr>
            <a:lvl8pPr marL="11521440" indent="0">
              <a:buNone/>
              <a:defRPr sz="7200"/>
            </a:lvl8pPr>
            <a:lvl9pPr marL="13167360" indent="0">
              <a:buNone/>
              <a:defRPr sz="7200"/>
            </a:lvl9pPr>
          </a:lstStyle>
          <a:p>
            <a:r>
              <a:rPr lang="en-US"/>
              <a:t>Click icon to add picture</a:t>
            </a:r>
            <a:endParaRPr lang="en-US" dirty="0"/>
          </a:p>
        </p:txBody>
      </p:sp>
      <p:sp>
        <p:nvSpPr>
          <p:cNvPr id="4" name="Text Placeholder 3"/>
          <p:cNvSpPr>
            <a:spLocks noGrp="1"/>
          </p:cNvSpPr>
          <p:nvPr>
            <p:ph type="body" sz="half" idx="2"/>
          </p:nvPr>
        </p:nvSpPr>
        <p:spPr>
          <a:xfrm>
            <a:off x="2267428" y="13167360"/>
            <a:ext cx="10617041" cy="24394163"/>
          </a:xfrm>
        </p:spPr>
        <p:txBody>
          <a:bodyPr/>
          <a:lstStyle>
            <a:lvl1pPr marL="0" indent="0">
              <a:buNone/>
              <a:defRPr sz="5760"/>
            </a:lvl1pPr>
            <a:lvl2pPr marL="1645920" indent="0">
              <a:buNone/>
              <a:defRPr sz="5040"/>
            </a:lvl2pPr>
            <a:lvl3pPr marL="3291840" indent="0">
              <a:buNone/>
              <a:defRPr sz="4320"/>
            </a:lvl3pPr>
            <a:lvl4pPr marL="4937760" indent="0">
              <a:buNone/>
              <a:defRPr sz="3600"/>
            </a:lvl4pPr>
            <a:lvl5pPr marL="6583680" indent="0">
              <a:buNone/>
              <a:defRPr sz="3600"/>
            </a:lvl5pPr>
            <a:lvl6pPr marL="8229600" indent="0">
              <a:buNone/>
              <a:defRPr sz="3600"/>
            </a:lvl6pPr>
            <a:lvl7pPr marL="9875520" indent="0">
              <a:buNone/>
              <a:defRPr sz="3600"/>
            </a:lvl7pPr>
            <a:lvl8pPr marL="11521440" indent="0">
              <a:buNone/>
              <a:defRPr sz="3600"/>
            </a:lvl8pPr>
            <a:lvl9pPr marL="13167360" indent="0">
              <a:buNone/>
              <a:defRPr sz="3600"/>
            </a:lvl9pPr>
          </a:lstStyle>
          <a:p>
            <a:pPr lvl="0"/>
            <a:r>
              <a:rPr lang="en-US"/>
              <a:t>Click to edit Master text styles</a:t>
            </a:r>
          </a:p>
        </p:txBody>
      </p:sp>
      <p:sp>
        <p:nvSpPr>
          <p:cNvPr id="5" name="Date Placeholder 4"/>
          <p:cNvSpPr>
            <a:spLocks noGrp="1"/>
          </p:cNvSpPr>
          <p:nvPr>
            <p:ph type="dt" sz="half" idx="10"/>
          </p:nvPr>
        </p:nvSpPr>
        <p:spPr/>
        <p:txBody>
          <a:bodyPr/>
          <a:lstStyle/>
          <a:p>
            <a:fld id="{3A206740-CE37-41C1-A731-91919DF5EA46}" type="datetimeFigureOut">
              <a:rPr lang="en-IN" smtClean="0"/>
              <a:t>11-12-2025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1563C8F-57EE-4DE9-BC88-F390142D84EE}" type="slidenum">
              <a:rPr lang="en-IN" smtClean="0"/>
              <a:t>‹#›</a:t>
            </a:fld>
            <a:endParaRPr lang="en-IN"/>
          </a:p>
        </p:txBody>
      </p:sp>
    </p:spTree>
    <p:extLst>
      <p:ext uri="{BB962C8B-B14F-4D97-AF65-F5344CB8AC3E}">
        <p14:creationId xmlns:p14="http://schemas.microsoft.com/office/powerpoint/2010/main" val="34510561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A206740-CE37-41C1-A731-91919DF5EA46}" type="datetimeFigureOut">
              <a:rPr lang="en-IN" smtClean="0"/>
              <a:t>11-12-2025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1563C8F-57EE-4DE9-BC88-F390142D84EE}" type="slidenum">
              <a:rPr lang="en-IN" smtClean="0"/>
              <a:t>‹#›</a:t>
            </a:fld>
            <a:endParaRPr lang="en-IN"/>
          </a:p>
        </p:txBody>
      </p:sp>
    </p:spTree>
    <p:extLst>
      <p:ext uri="{BB962C8B-B14F-4D97-AF65-F5344CB8AC3E}">
        <p14:creationId xmlns:p14="http://schemas.microsoft.com/office/powerpoint/2010/main" val="3567256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23557232" y="2336800"/>
            <a:ext cx="7098030" cy="37195763"/>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2263142" y="2336800"/>
            <a:ext cx="20882610" cy="3719576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A206740-CE37-41C1-A731-91919DF5EA46}" type="datetimeFigureOut">
              <a:rPr lang="en-IN" smtClean="0"/>
              <a:t>11-12-2025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1563C8F-57EE-4DE9-BC88-F390142D84EE}" type="slidenum">
              <a:rPr lang="en-IN" smtClean="0"/>
              <a:t>‹#›</a:t>
            </a:fld>
            <a:endParaRPr lang="en-IN"/>
          </a:p>
        </p:txBody>
      </p:sp>
    </p:spTree>
    <p:extLst>
      <p:ext uri="{BB962C8B-B14F-4D97-AF65-F5344CB8AC3E}">
        <p14:creationId xmlns:p14="http://schemas.microsoft.com/office/powerpoint/2010/main" val="100304392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263140" y="2336810"/>
            <a:ext cx="28392120" cy="848360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2263140" y="11684000"/>
            <a:ext cx="28392120" cy="278485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2263140" y="40680650"/>
            <a:ext cx="7406640" cy="2336800"/>
          </a:xfrm>
          <a:prstGeom prst="rect">
            <a:avLst/>
          </a:prstGeom>
        </p:spPr>
        <p:txBody>
          <a:bodyPr vert="horz" lIns="91440" tIns="45720" rIns="91440" bIns="45720" rtlCol="0" anchor="ctr"/>
          <a:lstStyle>
            <a:lvl1pPr algn="l">
              <a:defRPr sz="4320">
                <a:solidFill>
                  <a:schemeClr val="tx1">
                    <a:tint val="75000"/>
                  </a:schemeClr>
                </a:solidFill>
              </a:defRPr>
            </a:lvl1pPr>
          </a:lstStyle>
          <a:p>
            <a:fld id="{3A206740-CE37-41C1-A731-91919DF5EA46}" type="datetimeFigureOut">
              <a:rPr lang="en-IN" smtClean="0"/>
              <a:t>11-12-2025</a:t>
            </a:fld>
            <a:endParaRPr lang="en-IN"/>
          </a:p>
        </p:txBody>
      </p:sp>
      <p:sp>
        <p:nvSpPr>
          <p:cNvPr id="5" name="Footer Placeholder 4"/>
          <p:cNvSpPr>
            <a:spLocks noGrp="1"/>
          </p:cNvSpPr>
          <p:nvPr>
            <p:ph type="ftr" sz="quarter" idx="3"/>
          </p:nvPr>
        </p:nvSpPr>
        <p:spPr>
          <a:xfrm>
            <a:off x="10904220" y="40680650"/>
            <a:ext cx="11109960" cy="2336800"/>
          </a:xfrm>
          <a:prstGeom prst="rect">
            <a:avLst/>
          </a:prstGeom>
        </p:spPr>
        <p:txBody>
          <a:bodyPr vert="horz" lIns="91440" tIns="45720" rIns="91440" bIns="45720" rtlCol="0" anchor="ctr"/>
          <a:lstStyle>
            <a:lvl1pPr algn="ctr">
              <a:defRPr sz="432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23248620" y="40680650"/>
            <a:ext cx="7406640" cy="2336800"/>
          </a:xfrm>
          <a:prstGeom prst="rect">
            <a:avLst/>
          </a:prstGeom>
        </p:spPr>
        <p:txBody>
          <a:bodyPr vert="horz" lIns="91440" tIns="45720" rIns="91440" bIns="45720" rtlCol="0" anchor="ctr"/>
          <a:lstStyle>
            <a:lvl1pPr algn="r">
              <a:defRPr sz="4320">
                <a:solidFill>
                  <a:schemeClr val="tx1">
                    <a:tint val="75000"/>
                  </a:schemeClr>
                </a:solidFill>
              </a:defRPr>
            </a:lvl1pPr>
          </a:lstStyle>
          <a:p>
            <a:fld id="{D1563C8F-57EE-4DE9-BC88-F390142D84EE}" type="slidenum">
              <a:rPr lang="en-IN" smtClean="0"/>
              <a:t>‹#›</a:t>
            </a:fld>
            <a:endParaRPr lang="en-IN"/>
          </a:p>
        </p:txBody>
      </p:sp>
    </p:spTree>
    <p:extLst>
      <p:ext uri="{BB962C8B-B14F-4D97-AF65-F5344CB8AC3E}">
        <p14:creationId xmlns:p14="http://schemas.microsoft.com/office/powerpoint/2010/main" val="2775479629"/>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3291840" rtl="0" eaLnBrk="1" latinLnBrk="0" hangingPunct="1">
        <a:lnSpc>
          <a:spcPct val="90000"/>
        </a:lnSpc>
        <a:spcBef>
          <a:spcPct val="0"/>
        </a:spcBef>
        <a:buNone/>
        <a:defRPr sz="15840" kern="1200">
          <a:solidFill>
            <a:schemeClr val="tx1"/>
          </a:solidFill>
          <a:latin typeface="+mj-lt"/>
          <a:ea typeface="+mj-ea"/>
          <a:cs typeface="+mj-cs"/>
        </a:defRPr>
      </a:lvl1pPr>
    </p:titleStyle>
    <p:bodyStyle>
      <a:lvl1pPr marL="822960" indent="-822960" algn="l" defTabSz="3291840" rtl="0" eaLnBrk="1" latinLnBrk="0" hangingPunct="1">
        <a:lnSpc>
          <a:spcPct val="90000"/>
        </a:lnSpc>
        <a:spcBef>
          <a:spcPts val="3600"/>
        </a:spcBef>
        <a:buFont typeface="Arial" panose="020B0604020202020204" pitchFamily="34" charset="0"/>
        <a:buChar char="•"/>
        <a:defRPr sz="10080" kern="1200">
          <a:solidFill>
            <a:schemeClr val="tx1"/>
          </a:solidFill>
          <a:latin typeface="+mn-lt"/>
          <a:ea typeface="+mn-ea"/>
          <a:cs typeface="+mn-cs"/>
        </a:defRPr>
      </a:lvl1pPr>
      <a:lvl2pPr marL="2468880" indent="-822960" algn="l" defTabSz="3291840" rtl="0" eaLnBrk="1" latinLnBrk="0" hangingPunct="1">
        <a:lnSpc>
          <a:spcPct val="90000"/>
        </a:lnSpc>
        <a:spcBef>
          <a:spcPts val="1800"/>
        </a:spcBef>
        <a:buFont typeface="Arial" panose="020B0604020202020204" pitchFamily="34" charset="0"/>
        <a:buChar char="•"/>
        <a:defRPr sz="8640" kern="1200">
          <a:solidFill>
            <a:schemeClr val="tx1"/>
          </a:solidFill>
          <a:latin typeface="+mn-lt"/>
          <a:ea typeface="+mn-ea"/>
          <a:cs typeface="+mn-cs"/>
        </a:defRPr>
      </a:lvl2pPr>
      <a:lvl3pPr marL="4114800" indent="-822960" algn="l" defTabSz="3291840" rtl="0" eaLnBrk="1" latinLnBrk="0" hangingPunct="1">
        <a:lnSpc>
          <a:spcPct val="90000"/>
        </a:lnSpc>
        <a:spcBef>
          <a:spcPts val="1800"/>
        </a:spcBef>
        <a:buFont typeface="Arial" panose="020B0604020202020204" pitchFamily="34" charset="0"/>
        <a:buChar char="•"/>
        <a:defRPr sz="7200" kern="1200">
          <a:solidFill>
            <a:schemeClr val="tx1"/>
          </a:solidFill>
          <a:latin typeface="+mn-lt"/>
          <a:ea typeface="+mn-ea"/>
          <a:cs typeface="+mn-cs"/>
        </a:defRPr>
      </a:lvl3pPr>
      <a:lvl4pPr marL="5760720" indent="-822960" algn="l" defTabSz="3291840" rtl="0" eaLnBrk="1" latinLnBrk="0" hangingPunct="1">
        <a:lnSpc>
          <a:spcPct val="90000"/>
        </a:lnSpc>
        <a:spcBef>
          <a:spcPts val="1800"/>
        </a:spcBef>
        <a:buFont typeface="Arial" panose="020B0604020202020204" pitchFamily="34" charset="0"/>
        <a:buChar char="•"/>
        <a:defRPr sz="6480" kern="1200">
          <a:solidFill>
            <a:schemeClr val="tx1"/>
          </a:solidFill>
          <a:latin typeface="+mn-lt"/>
          <a:ea typeface="+mn-ea"/>
          <a:cs typeface="+mn-cs"/>
        </a:defRPr>
      </a:lvl4pPr>
      <a:lvl5pPr marL="7406640" indent="-822960" algn="l" defTabSz="3291840" rtl="0" eaLnBrk="1" latinLnBrk="0" hangingPunct="1">
        <a:lnSpc>
          <a:spcPct val="90000"/>
        </a:lnSpc>
        <a:spcBef>
          <a:spcPts val="1800"/>
        </a:spcBef>
        <a:buFont typeface="Arial" panose="020B0604020202020204" pitchFamily="34" charset="0"/>
        <a:buChar char="•"/>
        <a:defRPr sz="6480" kern="1200">
          <a:solidFill>
            <a:schemeClr val="tx1"/>
          </a:solidFill>
          <a:latin typeface="+mn-lt"/>
          <a:ea typeface="+mn-ea"/>
          <a:cs typeface="+mn-cs"/>
        </a:defRPr>
      </a:lvl5pPr>
      <a:lvl6pPr marL="9052560" indent="-822960" algn="l" defTabSz="3291840" rtl="0" eaLnBrk="1" latinLnBrk="0" hangingPunct="1">
        <a:lnSpc>
          <a:spcPct val="90000"/>
        </a:lnSpc>
        <a:spcBef>
          <a:spcPts val="1800"/>
        </a:spcBef>
        <a:buFont typeface="Arial" panose="020B0604020202020204" pitchFamily="34" charset="0"/>
        <a:buChar char="•"/>
        <a:defRPr sz="6480" kern="1200">
          <a:solidFill>
            <a:schemeClr val="tx1"/>
          </a:solidFill>
          <a:latin typeface="+mn-lt"/>
          <a:ea typeface="+mn-ea"/>
          <a:cs typeface="+mn-cs"/>
        </a:defRPr>
      </a:lvl6pPr>
      <a:lvl7pPr marL="10698480" indent="-822960" algn="l" defTabSz="3291840" rtl="0" eaLnBrk="1" latinLnBrk="0" hangingPunct="1">
        <a:lnSpc>
          <a:spcPct val="90000"/>
        </a:lnSpc>
        <a:spcBef>
          <a:spcPts val="1800"/>
        </a:spcBef>
        <a:buFont typeface="Arial" panose="020B0604020202020204" pitchFamily="34" charset="0"/>
        <a:buChar char="•"/>
        <a:defRPr sz="6480" kern="1200">
          <a:solidFill>
            <a:schemeClr val="tx1"/>
          </a:solidFill>
          <a:latin typeface="+mn-lt"/>
          <a:ea typeface="+mn-ea"/>
          <a:cs typeface="+mn-cs"/>
        </a:defRPr>
      </a:lvl7pPr>
      <a:lvl8pPr marL="12344400" indent="-822960" algn="l" defTabSz="3291840" rtl="0" eaLnBrk="1" latinLnBrk="0" hangingPunct="1">
        <a:lnSpc>
          <a:spcPct val="90000"/>
        </a:lnSpc>
        <a:spcBef>
          <a:spcPts val="1800"/>
        </a:spcBef>
        <a:buFont typeface="Arial" panose="020B0604020202020204" pitchFamily="34" charset="0"/>
        <a:buChar char="•"/>
        <a:defRPr sz="6480" kern="1200">
          <a:solidFill>
            <a:schemeClr val="tx1"/>
          </a:solidFill>
          <a:latin typeface="+mn-lt"/>
          <a:ea typeface="+mn-ea"/>
          <a:cs typeface="+mn-cs"/>
        </a:defRPr>
      </a:lvl8pPr>
      <a:lvl9pPr marL="13990320" indent="-822960" algn="l" defTabSz="3291840" rtl="0" eaLnBrk="1" latinLnBrk="0" hangingPunct="1">
        <a:lnSpc>
          <a:spcPct val="90000"/>
        </a:lnSpc>
        <a:spcBef>
          <a:spcPts val="1800"/>
        </a:spcBef>
        <a:buFont typeface="Arial" panose="020B0604020202020204" pitchFamily="34" charset="0"/>
        <a:buChar char="•"/>
        <a:defRPr sz="6480" kern="1200">
          <a:solidFill>
            <a:schemeClr val="tx1"/>
          </a:solidFill>
          <a:latin typeface="+mn-lt"/>
          <a:ea typeface="+mn-ea"/>
          <a:cs typeface="+mn-cs"/>
        </a:defRPr>
      </a:lvl9pPr>
    </p:bodyStyle>
    <p:otherStyle>
      <a:defPPr>
        <a:defRPr lang="en-US"/>
      </a:defPPr>
      <a:lvl1pPr marL="0" algn="l" defTabSz="3291840" rtl="0" eaLnBrk="1" latinLnBrk="0" hangingPunct="1">
        <a:defRPr sz="6480" kern="1200">
          <a:solidFill>
            <a:schemeClr val="tx1"/>
          </a:solidFill>
          <a:latin typeface="+mn-lt"/>
          <a:ea typeface="+mn-ea"/>
          <a:cs typeface="+mn-cs"/>
        </a:defRPr>
      </a:lvl1pPr>
      <a:lvl2pPr marL="1645920" algn="l" defTabSz="3291840" rtl="0" eaLnBrk="1" latinLnBrk="0" hangingPunct="1">
        <a:defRPr sz="6480" kern="1200">
          <a:solidFill>
            <a:schemeClr val="tx1"/>
          </a:solidFill>
          <a:latin typeface="+mn-lt"/>
          <a:ea typeface="+mn-ea"/>
          <a:cs typeface="+mn-cs"/>
        </a:defRPr>
      </a:lvl2pPr>
      <a:lvl3pPr marL="3291840" algn="l" defTabSz="3291840" rtl="0" eaLnBrk="1" latinLnBrk="0" hangingPunct="1">
        <a:defRPr sz="6480" kern="1200">
          <a:solidFill>
            <a:schemeClr val="tx1"/>
          </a:solidFill>
          <a:latin typeface="+mn-lt"/>
          <a:ea typeface="+mn-ea"/>
          <a:cs typeface="+mn-cs"/>
        </a:defRPr>
      </a:lvl3pPr>
      <a:lvl4pPr marL="4937760" algn="l" defTabSz="3291840" rtl="0" eaLnBrk="1" latinLnBrk="0" hangingPunct="1">
        <a:defRPr sz="6480" kern="1200">
          <a:solidFill>
            <a:schemeClr val="tx1"/>
          </a:solidFill>
          <a:latin typeface="+mn-lt"/>
          <a:ea typeface="+mn-ea"/>
          <a:cs typeface="+mn-cs"/>
        </a:defRPr>
      </a:lvl4pPr>
      <a:lvl5pPr marL="6583680" algn="l" defTabSz="3291840" rtl="0" eaLnBrk="1" latinLnBrk="0" hangingPunct="1">
        <a:defRPr sz="6480" kern="1200">
          <a:solidFill>
            <a:schemeClr val="tx1"/>
          </a:solidFill>
          <a:latin typeface="+mn-lt"/>
          <a:ea typeface="+mn-ea"/>
          <a:cs typeface="+mn-cs"/>
        </a:defRPr>
      </a:lvl5pPr>
      <a:lvl6pPr marL="8229600" algn="l" defTabSz="3291840" rtl="0" eaLnBrk="1" latinLnBrk="0" hangingPunct="1">
        <a:defRPr sz="6480" kern="1200">
          <a:solidFill>
            <a:schemeClr val="tx1"/>
          </a:solidFill>
          <a:latin typeface="+mn-lt"/>
          <a:ea typeface="+mn-ea"/>
          <a:cs typeface="+mn-cs"/>
        </a:defRPr>
      </a:lvl6pPr>
      <a:lvl7pPr marL="9875520" algn="l" defTabSz="3291840" rtl="0" eaLnBrk="1" latinLnBrk="0" hangingPunct="1">
        <a:defRPr sz="6480" kern="1200">
          <a:solidFill>
            <a:schemeClr val="tx1"/>
          </a:solidFill>
          <a:latin typeface="+mn-lt"/>
          <a:ea typeface="+mn-ea"/>
          <a:cs typeface="+mn-cs"/>
        </a:defRPr>
      </a:lvl7pPr>
      <a:lvl8pPr marL="11521440" algn="l" defTabSz="3291840" rtl="0" eaLnBrk="1" latinLnBrk="0" hangingPunct="1">
        <a:defRPr sz="6480" kern="1200">
          <a:solidFill>
            <a:schemeClr val="tx1"/>
          </a:solidFill>
          <a:latin typeface="+mn-lt"/>
          <a:ea typeface="+mn-ea"/>
          <a:cs typeface="+mn-cs"/>
        </a:defRPr>
      </a:lvl8pPr>
      <a:lvl9pPr marL="13167360" algn="l" defTabSz="3291840" rtl="0" eaLnBrk="1" latinLnBrk="0" hangingPunct="1">
        <a:defRPr sz="648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ounded Rectangle 15"/>
          <p:cNvSpPr/>
          <p:nvPr/>
        </p:nvSpPr>
        <p:spPr>
          <a:xfrm>
            <a:off x="114300" y="-398988"/>
            <a:ext cx="32804100" cy="44290188"/>
          </a:xfrm>
          <a:prstGeom prst="roundRect">
            <a:avLst>
              <a:gd name="adj" fmla="val 0"/>
            </a:avLst>
          </a:prstGeom>
          <a:solidFill>
            <a:schemeClr val="accent2">
              <a:lumMod val="20000"/>
              <a:lumOff val="80000"/>
            </a:schemeClr>
          </a:solidFill>
          <a:ln>
            <a:solidFill>
              <a:schemeClr val="accent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8" name="TextBox 17"/>
          <p:cNvSpPr txBox="1"/>
          <p:nvPr/>
        </p:nvSpPr>
        <p:spPr>
          <a:xfrm>
            <a:off x="914400" y="7853619"/>
            <a:ext cx="31432500" cy="1569660"/>
          </a:xfrm>
          <a:prstGeom prst="rect">
            <a:avLst/>
          </a:prstGeom>
          <a:noFill/>
        </p:spPr>
        <p:txBody>
          <a:bodyPr wrap="square" rtlCol="0">
            <a:spAutoFit/>
          </a:bodyPr>
          <a:lstStyle/>
          <a:p>
            <a:pPr algn="ctr"/>
            <a:r>
              <a:rPr lang="en-IN" sz="9600" b="1" dirty="0">
                <a:solidFill>
                  <a:srgbClr val="FF0000"/>
                </a:solidFill>
                <a:latin typeface="Arial" panose="020B0604020202020204" pitchFamily="34" charset="0"/>
                <a:cs typeface="Arial" panose="020B0604020202020204" pitchFamily="34" charset="0"/>
              </a:rPr>
              <a:t>ARTIFICIAL INTELLIGENCE AND DATA SCIENCE</a:t>
            </a:r>
          </a:p>
        </p:txBody>
      </p:sp>
      <p:sp>
        <p:nvSpPr>
          <p:cNvPr id="20" name="TextBox 19"/>
          <p:cNvSpPr txBox="1"/>
          <p:nvPr/>
        </p:nvSpPr>
        <p:spPr>
          <a:xfrm>
            <a:off x="885825" y="9551342"/>
            <a:ext cx="31432500" cy="3416320"/>
          </a:xfrm>
          <a:prstGeom prst="rect">
            <a:avLst/>
          </a:prstGeom>
          <a:noFill/>
        </p:spPr>
        <p:txBody>
          <a:bodyPr wrap="square" rtlCol="0">
            <a:spAutoFit/>
          </a:bodyPr>
          <a:lstStyle/>
          <a:p>
            <a:r>
              <a:rPr lang="en-IN" sz="7200" b="1" dirty="0">
                <a:solidFill>
                  <a:srgbClr val="C00000"/>
                </a:solidFill>
                <a:latin typeface="Arial" panose="020B0604020202020204" pitchFamily="34" charset="0"/>
                <a:ea typeface="AR PL UKai CN" panose="02000503000000000000" pitchFamily="2" charset="-128"/>
                <a:cs typeface="Arial" panose="020B0604020202020204" pitchFamily="34" charset="0"/>
              </a:rPr>
              <a:t>Project Title: </a:t>
            </a:r>
            <a:r>
              <a:rPr lang="en-IN" sz="7200" b="1" dirty="0">
                <a:latin typeface="Times New Roman" panose="02020603050405020304" pitchFamily="18" charset="0"/>
                <a:ea typeface="Tahoma" panose="020B0604030504040204" pitchFamily="34" charset="0"/>
                <a:cs typeface="Times New Roman" panose="02020603050405020304" pitchFamily="18" charset="0"/>
              </a:rPr>
              <a:t>“A Hybrid Neural Network for EEG-based Depression Screening Using CNN+LSTM”</a:t>
            </a:r>
            <a:endParaRPr lang="en-IN" sz="7200" b="1" dirty="0">
              <a:latin typeface="Times New Roman" panose="02020603050405020304" pitchFamily="18" charset="0"/>
              <a:cs typeface="Times New Roman" panose="02020603050405020304" pitchFamily="18" charset="0"/>
            </a:endParaRPr>
          </a:p>
          <a:p>
            <a:endParaRPr lang="en-IN" sz="7200" b="1" dirty="0">
              <a:solidFill>
                <a:srgbClr val="C00000"/>
              </a:solidFill>
              <a:latin typeface="Arial" panose="020B0604020202020204" pitchFamily="34" charset="0"/>
              <a:ea typeface="AR PL UKai CN" panose="02000503000000000000" pitchFamily="2" charset="-128"/>
              <a:cs typeface="Arial" panose="020B0604020202020204" pitchFamily="34" charset="0"/>
            </a:endParaRPr>
          </a:p>
        </p:txBody>
      </p:sp>
      <p:sp>
        <p:nvSpPr>
          <p:cNvPr id="22" name="TextBox 21"/>
          <p:cNvSpPr txBox="1"/>
          <p:nvPr/>
        </p:nvSpPr>
        <p:spPr>
          <a:xfrm>
            <a:off x="885825" y="12228227"/>
            <a:ext cx="15030450" cy="7755969"/>
          </a:xfrm>
          <a:prstGeom prst="rect">
            <a:avLst/>
          </a:prstGeom>
          <a:noFill/>
        </p:spPr>
        <p:txBody>
          <a:bodyPr wrap="square" rtlCol="0">
            <a:spAutoFit/>
          </a:bodyPr>
          <a:lstStyle/>
          <a:p>
            <a:pPr algn="ctr"/>
            <a:r>
              <a:rPr lang="en-IN" sz="6600" b="1" dirty="0">
                <a:solidFill>
                  <a:srgbClr val="C00000"/>
                </a:solidFill>
                <a:latin typeface="Arial" panose="020B0604020202020204" pitchFamily="34" charset="0"/>
                <a:cs typeface="Arial" panose="020B0604020202020204" pitchFamily="34" charset="0"/>
              </a:rPr>
              <a:t>Abstract</a:t>
            </a:r>
          </a:p>
          <a:p>
            <a:pPr algn="just">
              <a:lnSpc>
                <a:spcPct val="150000"/>
              </a:lnSpc>
            </a:pPr>
            <a:r>
              <a:rPr lang="en-US" sz="3600" dirty="0">
                <a:latin typeface="Times New Roman" panose="02020603050405020304" pitchFamily="18" charset="0"/>
                <a:cs typeface="Times New Roman" panose="02020603050405020304" pitchFamily="18" charset="0"/>
              </a:rPr>
              <a:t>Depression is a widespread psychological disorder affecting people of all ages. Early diagnosis is crucial, and EEG signals can help assess mental health. This project proposes a fully automated Depression Detection System using a novel Hybrid Neural Network, </a:t>
            </a:r>
            <a:r>
              <a:rPr lang="en-US" sz="3600" b="1" dirty="0" err="1">
                <a:latin typeface="Times New Roman" panose="02020603050405020304" pitchFamily="18" charset="0"/>
                <a:cs typeface="Times New Roman" panose="02020603050405020304" pitchFamily="18" charset="0"/>
              </a:rPr>
              <a:t>DepHNN</a:t>
            </a:r>
            <a:r>
              <a:rPr lang="en-US" sz="3600" dirty="0">
                <a:latin typeface="Times New Roman" panose="02020603050405020304" pitchFamily="18" charset="0"/>
                <a:cs typeface="Times New Roman" panose="02020603050405020304" pitchFamily="18" charset="0"/>
              </a:rPr>
              <a:t>, which combines CNN for temporal learning and LSTM for sequence learning. EEG data from 34 depressed and 30 normal drug-free individuals were used. The system achieves </a:t>
            </a:r>
            <a:r>
              <a:rPr lang="en-US" sz="3600" b="1" dirty="0">
                <a:latin typeface="Times New Roman" panose="02020603050405020304" pitchFamily="18" charset="0"/>
                <a:cs typeface="Times New Roman" panose="02020603050405020304" pitchFamily="18" charset="0"/>
              </a:rPr>
              <a:t>98.27 accuracy</a:t>
            </a:r>
            <a:r>
              <a:rPr lang="en-US" sz="3600" dirty="0">
                <a:latin typeface="Times New Roman" panose="02020603050405020304" pitchFamily="18" charset="0"/>
                <a:cs typeface="Times New Roman" panose="02020603050405020304" pitchFamily="18" charset="0"/>
              </a:rPr>
              <a:t> and a </a:t>
            </a:r>
            <a:r>
              <a:rPr lang="en-US" sz="3600" b="1" dirty="0">
                <a:latin typeface="Times New Roman" panose="02020603050405020304" pitchFamily="18" charset="0"/>
                <a:cs typeface="Times New Roman" panose="02020603050405020304" pitchFamily="18" charset="0"/>
              </a:rPr>
              <a:t>MAE of 0.0237</a:t>
            </a:r>
            <a:r>
              <a:rPr lang="en-US" sz="3600" dirty="0">
                <a:latin typeface="Times New Roman" panose="02020603050405020304" pitchFamily="18" charset="0"/>
                <a:cs typeface="Times New Roman" panose="02020603050405020304" pitchFamily="18" charset="0"/>
              </a:rPr>
              <a:t>, offering an efficient, accurate, and low-complexity solution for EEG-based depression screening.</a:t>
            </a:r>
            <a:endParaRPr lang="en-IN" sz="3600" dirty="0">
              <a:latin typeface="Times New Roman" panose="02020603050405020304" pitchFamily="18" charset="0"/>
              <a:cs typeface="Times New Roman" panose="02020603050405020304" pitchFamily="18" charset="0"/>
            </a:endParaRPr>
          </a:p>
        </p:txBody>
      </p:sp>
      <p:sp>
        <p:nvSpPr>
          <p:cNvPr id="23" name="TextBox 22"/>
          <p:cNvSpPr txBox="1"/>
          <p:nvPr/>
        </p:nvSpPr>
        <p:spPr>
          <a:xfrm>
            <a:off x="542922" y="30356588"/>
            <a:ext cx="15401927" cy="8487388"/>
          </a:xfrm>
          <a:prstGeom prst="rect">
            <a:avLst/>
          </a:prstGeom>
          <a:noFill/>
        </p:spPr>
        <p:txBody>
          <a:bodyPr wrap="square" rtlCol="0">
            <a:spAutoFit/>
          </a:bodyPr>
          <a:lstStyle/>
          <a:p>
            <a:pPr lvl="0" algn="ctr"/>
            <a:r>
              <a:rPr lang="en-IN" sz="6600" b="1" dirty="0">
                <a:solidFill>
                  <a:srgbClr val="C00000"/>
                </a:solidFill>
                <a:latin typeface="Arial" panose="020B0604020202020204" pitchFamily="34" charset="0"/>
                <a:cs typeface="Arial" panose="020B0604020202020204" pitchFamily="34" charset="0"/>
              </a:rPr>
              <a:t>Objectives</a:t>
            </a:r>
          </a:p>
          <a:p>
            <a:pPr marL="457200" lvl="0" indent="-457200" algn="just" defTabSz="914400" eaLnBrk="0" fontAlgn="base" hangingPunct="0">
              <a:lnSpc>
                <a:spcPct val="150000"/>
              </a:lnSpc>
              <a:spcBef>
                <a:spcPct val="0"/>
              </a:spcBef>
              <a:spcAft>
                <a:spcPct val="0"/>
              </a:spcAft>
              <a:buFont typeface="+mj-lt"/>
              <a:buAutoNum type="arabicPeriod"/>
            </a:pPr>
            <a:r>
              <a:rPr lang="en-US" altLang="en-US" sz="3600" dirty="0">
                <a:latin typeface="Times New Roman" panose="02020603050405020304" pitchFamily="18" charset="0"/>
                <a:cs typeface="Times New Roman" panose="02020603050405020304" pitchFamily="18" charset="0"/>
              </a:rPr>
              <a:t>Improve adaptability using cross-validation and diverse datasets.</a:t>
            </a:r>
          </a:p>
          <a:p>
            <a:pPr marL="457200" lvl="0" indent="-457200" algn="just" defTabSz="914400" eaLnBrk="0" fontAlgn="base" hangingPunct="0">
              <a:lnSpc>
                <a:spcPct val="150000"/>
              </a:lnSpc>
              <a:spcBef>
                <a:spcPct val="0"/>
              </a:spcBef>
              <a:spcAft>
                <a:spcPct val="0"/>
              </a:spcAft>
              <a:buFont typeface="+mj-lt"/>
              <a:buAutoNum type="arabicPeriod"/>
            </a:pPr>
            <a:r>
              <a:rPr lang="en-US" sz="3600" dirty="0">
                <a:latin typeface="Times New Roman" panose="02020603050405020304" pitchFamily="18" charset="0"/>
                <a:cs typeface="Times New Roman" panose="02020603050405020304" pitchFamily="18" charset="0"/>
              </a:rPr>
              <a:t>Apply regularization techniques such as L2 regularization and adaptive learning rate optimization.</a:t>
            </a:r>
            <a:endParaRPr lang="en-US" altLang="en-US" sz="3600" dirty="0">
              <a:latin typeface="Times New Roman" panose="02020603050405020304" pitchFamily="18" charset="0"/>
              <a:cs typeface="Times New Roman" panose="02020603050405020304" pitchFamily="18" charset="0"/>
            </a:endParaRPr>
          </a:p>
          <a:p>
            <a:pPr marL="457200" lvl="0" indent="-457200" algn="just" defTabSz="914400" eaLnBrk="0" fontAlgn="base" hangingPunct="0">
              <a:lnSpc>
                <a:spcPct val="150000"/>
              </a:lnSpc>
              <a:spcBef>
                <a:spcPct val="0"/>
              </a:spcBef>
              <a:spcAft>
                <a:spcPct val="0"/>
              </a:spcAft>
              <a:buFont typeface="+mj-lt"/>
              <a:buAutoNum type="arabicPeriod"/>
            </a:pPr>
            <a:r>
              <a:rPr lang="en-US" sz="3600" dirty="0">
                <a:latin typeface="Times New Roman" panose="02020603050405020304" pitchFamily="18" charset="0"/>
                <a:cs typeface="Times New Roman" panose="02020603050405020304" pitchFamily="18" charset="0"/>
              </a:rPr>
              <a:t>Develop a CNN-LSTM model for automated depression detection using EEG signals.</a:t>
            </a:r>
          </a:p>
          <a:p>
            <a:pPr marL="457200" lvl="0" indent="-457200" algn="just" defTabSz="914400" eaLnBrk="0" fontAlgn="base" hangingPunct="0">
              <a:lnSpc>
                <a:spcPct val="150000"/>
              </a:lnSpc>
              <a:spcBef>
                <a:spcPct val="0"/>
              </a:spcBef>
              <a:spcAft>
                <a:spcPct val="0"/>
              </a:spcAft>
              <a:buFont typeface="+mj-lt"/>
              <a:buAutoNum type="arabicPeriod"/>
            </a:pPr>
            <a:r>
              <a:rPr lang="en-US" sz="3600" dirty="0">
                <a:latin typeface="Times New Roman" panose="02020603050405020304" pitchFamily="18" charset="0"/>
                <a:cs typeface="Times New Roman" panose="02020603050405020304" pitchFamily="18" charset="0"/>
              </a:rPr>
              <a:t>Enhance model accuracy and generalization using dropout, data augmentation, and early stopping.</a:t>
            </a:r>
          </a:p>
          <a:p>
            <a:pPr marL="457200" lvl="0" indent="-457200" algn="just" defTabSz="914400" eaLnBrk="0" fontAlgn="base" hangingPunct="0">
              <a:lnSpc>
                <a:spcPct val="150000"/>
              </a:lnSpc>
              <a:spcBef>
                <a:spcPct val="0"/>
              </a:spcBef>
              <a:spcAft>
                <a:spcPct val="0"/>
              </a:spcAft>
              <a:buFont typeface="+mj-lt"/>
              <a:buAutoNum type="arabicPeriod"/>
            </a:pPr>
            <a:r>
              <a:rPr lang="en-US" sz="3600" dirty="0">
                <a:latin typeface="Times New Roman" panose="02020603050405020304" pitchFamily="18" charset="0"/>
                <a:cs typeface="Times New Roman" panose="02020603050405020304" pitchFamily="18" charset="0"/>
              </a:rPr>
              <a:t>Minimize computational complexity and latency to enable real-time depression screening on portable and cloud-based platforms.</a:t>
            </a:r>
          </a:p>
        </p:txBody>
      </p:sp>
      <p:sp>
        <p:nvSpPr>
          <p:cNvPr id="24" name="TextBox 23"/>
          <p:cNvSpPr txBox="1"/>
          <p:nvPr/>
        </p:nvSpPr>
        <p:spPr>
          <a:xfrm>
            <a:off x="16944975" y="12082989"/>
            <a:ext cx="15373350" cy="7155805"/>
          </a:xfrm>
          <a:prstGeom prst="rect">
            <a:avLst/>
          </a:prstGeom>
          <a:noFill/>
        </p:spPr>
        <p:txBody>
          <a:bodyPr wrap="square" rtlCol="0">
            <a:spAutoFit/>
          </a:bodyPr>
          <a:lstStyle/>
          <a:p>
            <a:pPr algn="ctr">
              <a:lnSpc>
                <a:spcPct val="150000"/>
              </a:lnSpc>
            </a:pPr>
            <a:r>
              <a:rPr lang="en-IN" sz="6600" b="1" dirty="0" smtClean="0">
                <a:solidFill>
                  <a:srgbClr val="C00000"/>
                </a:solidFill>
                <a:latin typeface="Arial" panose="020B0604020202020204" pitchFamily="34" charset="0"/>
                <a:cs typeface="Arial" panose="020B0604020202020204" pitchFamily="34" charset="0"/>
              </a:rPr>
              <a:t>Methodology</a:t>
            </a:r>
          </a:p>
          <a:p>
            <a:pPr algn="just">
              <a:lnSpc>
                <a:spcPct val="150000"/>
              </a:lnSpc>
            </a:pPr>
            <a:r>
              <a:rPr lang="en-IN" sz="3000" b="1" dirty="0">
                <a:latin typeface="Times New Roman" panose="02020603050405020304" pitchFamily="18" charset="0"/>
                <a:cs typeface="Times New Roman" panose="02020603050405020304" pitchFamily="18" charset="0"/>
              </a:rPr>
              <a:t>1. </a:t>
            </a:r>
            <a:r>
              <a:rPr lang="en-IN" sz="3000" b="1" dirty="0" smtClean="0">
                <a:latin typeface="Times New Roman" panose="02020603050405020304" pitchFamily="18" charset="0"/>
                <a:cs typeface="Times New Roman" panose="02020603050405020304" pitchFamily="18" charset="0"/>
              </a:rPr>
              <a:t>Data</a:t>
            </a:r>
            <a:r>
              <a:rPr lang="en-IN" sz="3000" dirty="0" smtClean="0">
                <a:latin typeface="Times New Roman" panose="02020603050405020304" pitchFamily="18" charset="0"/>
                <a:cs typeface="Times New Roman" panose="02020603050405020304" pitchFamily="18" charset="0"/>
              </a:rPr>
              <a:t>: EEG </a:t>
            </a:r>
            <a:r>
              <a:rPr lang="en-IN" sz="3000" dirty="0">
                <a:latin typeface="Times New Roman" panose="02020603050405020304" pitchFamily="18" charset="0"/>
                <a:cs typeface="Times New Roman" panose="02020603050405020304" pitchFamily="18" charset="0"/>
              </a:rPr>
              <a:t>dataset (19-channel, eyes-closed) with </a:t>
            </a:r>
            <a:r>
              <a:rPr lang="en-IN" sz="3000" b="1" dirty="0">
                <a:latin typeface="Times New Roman" panose="02020603050405020304" pitchFamily="18" charset="0"/>
                <a:cs typeface="Times New Roman" panose="02020603050405020304" pitchFamily="18" charset="0"/>
              </a:rPr>
              <a:t>34 MDD</a:t>
            </a:r>
            <a:r>
              <a:rPr lang="en-IN" sz="3000" dirty="0">
                <a:latin typeface="Times New Roman" panose="02020603050405020304" pitchFamily="18" charset="0"/>
                <a:cs typeface="Times New Roman" panose="02020603050405020304" pitchFamily="18" charset="0"/>
              </a:rPr>
              <a:t> and </a:t>
            </a:r>
            <a:r>
              <a:rPr lang="en-IN" sz="3000" b="1" dirty="0">
                <a:latin typeface="Times New Roman" panose="02020603050405020304" pitchFamily="18" charset="0"/>
                <a:cs typeface="Times New Roman" panose="02020603050405020304" pitchFamily="18" charset="0"/>
              </a:rPr>
              <a:t>30 Healthy</a:t>
            </a:r>
            <a:r>
              <a:rPr lang="en-IN" sz="3000" dirty="0">
                <a:latin typeface="Times New Roman" panose="02020603050405020304" pitchFamily="18" charset="0"/>
                <a:cs typeface="Times New Roman" panose="02020603050405020304" pitchFamily="18" charset="0"/>
              </a:rPr>
              <a:t> subjects.</a:t>
            </a:r>
          </a:p>
          <a:p>
            <a:pPr algn="just">
              <a:lnSpc>
                <a:spcPct val="150000"/>
              </a:lnSpc>
            </a:pPr>
            <a:r>
              <a:rPr lang="en-IN" sz="3000" b="1" dirty="0">
                <a:latin typeface="Times New Roman" panose="02020603050405020304" pitchFamily="18" charset="0"/>
                <a:cs typeface="Times New Roman" panose="02020603050405020304" pitchFamily="18" charset="0"/>
              </a:rPr>
              <a:t>2. </a:t>
            </a:r>
            <a:r>
              <a:rPr lang="en-IN" sz="3000" b="1" dirty="0" err="1" smtClean="0">
                <a:latin typeface="Times New Roman" panose="02020603050405020304" pitchFamily="18" charset="0"/>
                <a:cs typeface="Times New Roman" panose="02020603050405020304" pitchFamily="18" charset="0"/>
              </a:rPr>
              <a:t>Preprocessing</a:t>
            </a:r>
            <a:r>
              <a:rPr lang="en-IN" sz="3000" dirty="0" smtClean="0">
                <a:latin typeface="Times New Roman" panose="02020603050405020304" pitchFamily="18" charset="0"/>
                <a:cs typeface="Times New Roman" panose="02020603050405020304" pitchFamily="18" charset="0"/>
              </a:rPr>
              <a:t>: 0.5–45 </a:t>
            </a:r>
            <a:r>
              <a:rPr lang="en-IN" sz="3000" dirty="0">
                <a:latin typeface="Times New Roman" panose="02020603050405020304" pitchFamily="18" charset="0"/>
                <a:cs typeface="Times New Roman" panose="02020603050405020304" pitchFamily="18" charset="0"/>
              </a:rPr>
              <a:t>Hz filtering, ICA </a:t>
            </a:r>
            <a:r>
              <a:rPr lang="en-IN" sz="3000" dirty="0" err="1">
                <a:latin typeface="Times New Roman" panose="02020603050405020304" pitchFamily="18" charset="0"/>
                <a:cs typeface="Times New Roman" panose="02020603050405020304" pitchFamily="18" charset="0"/>
              </a:rPr>
              <a:t>artifact</a:t>
            </a:r>
            <a:r>
              <a:rPr lang="en-IN" sz="3000" dirty="0">
                <a:latin typeface="Times New Roman" panose="02020603050405020304" pitchFamily="18" charset="0"/>
                <a:cs typeface="Times New Roman" panose="02020603050405020304" pitchFamily="18" charset="0"/>
              </a:rPr>
              <a:t> removal, Z-score normalization, 1-sec window segmentation.</a:t>
            </a:r>
          </a:p>
          <a:p>
            <a:pPr algn="just">
              <a:lnSpc>
                <a:spcPct val="150000"/>
              </a:lnSpc>
            </a:pPr>
            <a:r>
              <a:rPr lang="en-IN" sz="3000" b="1" dirty="0">
                <a:latin typeface="Times New Roman" panose="02020603050405020304" pitchFamily="18" charset="0"/>
                <a:cs typeface="Times New Roman" panose="02020603050405020304" pitchFamily="18" charset="0"/>
              </a:rPr>
              <a:t>3. </a:t>
            </a:r>
            <a:r>
              <a:rPr lang="en-IN" sz="3000" b="1" dirty="0" smtClean="0">
                <a:latin typeface="Times New Roman" panose="02020603050405020304" pitchFamily="18" charset="0"/>
                <a:cs typeface="Times New Roman" panose="02020603050405020304" pitchFamily="18" charset="0"/>
              </a:rPr>
              <a:t>Model</a:t>
            </a:r>
            <a:r>
              <a:rPr lang="en-IN" sz="3000" dirty="0" smtClean="0">
                <a:latin typeface="Times New Roman" panose="02020603050405020304" pitchFamily="18" charset="0"/>
                <a:cs typeface="Times New Roman" panose="02020603050405020304" pitchFamily="18" charset="0"/>
              </a:rPr>
              <a:t>: Hybrid </a:t>
            </a:r>
            <a:r>
              <a:rPr lang="en-IN" sz="3000" b="1" dirty="0">
                <a:latin typeface="Times New Roman" panose="02020603050405020304" pitchFamily="18" charset="0"/>
                <a:cs typeface="Times New Roman" panose="02020603050405020304" pitchFamily="18" charset="0"/>
              </a:rPr>
              <a:t>CNN-LSTM (</a:t>
            </a:r>
            <a:r>
              <a:rPr lang="en-IN" sz="3000" b="1" dirty="0" err="1">
                <a:latin typeface="Times New Roman" panose="02020603050405020304" pitchFamily="18" charset="0"/>
                <a:cs typeface="Times New Roman" panose="02020603050405020304" pitchFamily="18" charset="0"/>
              </a:rPr>
              <a:t>DepHNN</a:t>
            </a:r>
            <a:r>
              <a:rPr lang="en-IN" sz="3000" b="1" dirty="0">
                <a:latin typeface="Times New Roman" panose="02020603050405020304" pitchFamily="18" charset="0"/>
                <a:cs typeface="Times New Roman" panose="02020603050405020304" pitchFamily="18" charset="0"/>
              </a:rPr>
              <a:t>)</a:t>
            </a:r>
            <a:r>
              <a:rPr lang="en-IN" sz="3000" dirty="0">
                <a:latin typeface="Times New Roman" panose="02020603050405020304" pitchFamily="18" charset="0"/>
                <a:cs typeface="Times New Roman" panose="02020603050405020304" pitchFamily="18" charset="0"/>
              </a:rPr>
              <a:t> built with </a:t>
            </a:r>
            <a:r>
              <a:rPr lang="en-IN" sz="3000" dirty="0" err="1">
                <a:latin typeface="Times New Roman" panose="02020603050405020304" pitchFamily="18" charset="0"/>
                <a:cs typeface="Times New Roman" panose="02020603050405020304" pitchFamily="18" charset="0"/>
              </a:rPr>
              <a:t>TensorFlow</a:t>
            </a:r>
            <a:r>
              <a:rPr lang="en-IN" sz="3000" dirty="0">
                <a:latin typeface="Times New Roman" panose="02020603050405020304" pitchFamily="18" charset="0"/>
                <a:cs typeface="Times New Roman" panose="02020603050405020304" pitchFamily="18" charset="0"/>
              </a:rPr>
              <a:t> for Healthy vs Depressed classification.</a:t>
            </a:r>
          </a:p>
          <a:p>
            <a:pPr algn="just">
              <a:lnSpc>
                <a:spcPct val="150000"/>
              </a:lnSpc>
            </a:pPr>
            <a:r>
              <a:rPr lang="en-IN" sz="3000" b="1" dirty="0">
                <a:latin typeface="Times New Roman" panose="02020603050405020304" pitchFamily="18" charset="0"/>
                <a:cs typeface="Times New Roman" panose="02020603050405020304" pitchFamily="18" charset="0"/>
              </a:rPr>
              <a:t>4. </a:t>
            </a:r>
            <a:r>
              <a:rPr lang="en-IN" sz="3000" b="1" dirty="0" smtClean="0">
                <a:latin typeface="Times New Roman" panose="02020603050405020304" pitchFamily="18" charset="0"/>
                <a:cs typeface="Times New Roman" panose="02020603050405020304" pitchFamily="18" charset="0"/>
              </a:rPr>
              <a:t>Deployment</a:t>
            </a:r>
            <a:r>
              <a:rPr lang="en-IN" sz="3000" dirty="0" smtClean="0">
                <a:latin typeface="Times New Roman" panose="02020603050405020304" pitchFamily="18" charset="0"/>
                <a:cs typeface="Times New Roman" panose="02020603050405020304" pitchFamily="18" charset="0"/>
              </a:rPr>
              <a:t>: Django </a:t>
            </a:r>
            <a:r>
              <a:rPr lang="en-IN" sz="3000" dirty="0">
                <a:latin typeface="Times New Roman" panose="02020603050405020304" pitchFamily="18" charset="0"/>
                <a:cs typeface="Times New Roman" panose="02020603050405020304" pitchFamily="18" charset="0"/>
              </a:rPr>
              <a:t>backend + secure login, responsive UI, Chart.js graphs, and real-time EEG prediction.</a:t>
            </a:r>
          </a:p>
          <a:p>
            <a:pPr algn="just">
              <a:lnSpc>
                <a:spcPct val="150000"/>
              </a:lnSpc>
            </a:pPr>
            <a:r>
              <a:rPr lang="en-IN" sz="3000" b="1" dirty="0" smtClean="0">
                <a:solidFill>
                  <a:srgbClr val="C00000"/>
                </a:solidFill>
                <a:latin typeface="Times New Roman" panose="02020603050405020304" pitchFamily="18" charset="0"/>
                <a:cs typeface="Times New Roman" panose="02020603050405020304" pitchFamily="18" charset="0"/>
              </a:rPr>
              <a:t> </a:t>
            </a:r>
            <a:endParaRPr lang="en-IN" sz="3000" b="1" dirty="0">
              <a:solidFill>
                <a:srgbClr val="C00000"/>
              </a:solidFill>
              <a:latin typeface="Times New Roman" panose="02020603050405020304" pitchFamily="18" charset="0"/>
              <a:cs typeface="Times New Roman" panose="02020603050405020304" pitchFamily="18" charset="0"/>
            </a:endParaRPr>
          </a:p>
        </p:txBody>
      </p:sp>
      <p:sp>
        <p:nvSpPr>
          <p:cNvPr id="25" name="TextBox 24"/>
          <p:cNvSpPr txBox="1"/>
          <p:nvPr/>
        </p:nvSpPr>
        <p:spPr>
          <a:xfrm>
            <a:off x="16944974" y="30923539"/>
            <a:ext cx="15230475" cy="8998653"/>
          </a:xfrm>
          <a:prstGeom prst="rect">
            <a:avLst/>
          </a:prstGeom>
          <a:noFill/>
        </p:spPr>
        <p:txBody>
          <a:bodyPr wrap="square" rtlCol="0">
            <a:spAutoFit/>
          </a:bodyPr>
          <a:lstStyle/>
          <a:p>
            <a:pPr algn="ctr"/>
            <a:r>
              <a:rPr lang="en-IN" sz="6600" b="1" dirty="0">
                <a:solidFill>
                  <a:srgbClr val="C00000"/>
                </a:solidFill>
                <a:latin typeface="Arial" panose="020B0604020202020204" pitchFamily="34" charset="0"/>
                <a:cs typeface="Arial" panose="020B0604020202020204" pitchFamily="34" charset="0"/>
              </a:rPr>
              <a:t>Conclusion</a:t>
            </a:r>
            <a:endParaRPr lang="en-IN" sz="6000" b="1" dirty="0">
              <a:solidFill>
                <a:srgbClr val="C00000"/>
              </a:solidFill>
              <a:latin typeface="Arial" panose="020B0604020202020204" pitchFamily="34" charset="0"/>
              <a:cs typeface="Arial" panose="020B0604020202020204" pitchFamily="34" charset="0"/>
            </a:endParaRPr>
          </a:p>
          <a:p>
            <a:pPr algn="just">
              <a:lnSpc>
                <a:spcPct val="150000"/>
              </a:lnSpc>
            </a:pPr>
            <a:r>
              <a:rPr lang="en-US" sz="3600" dirty="0" err="1">
                <a:latin typeface="Times New Roman" panose="02020603050405020304" pitchFamily="18" charset="0"/>
                <a:cs typeface="Times New Roman" panose="02020603050405020304" pitchFamily="18" charset="0"/>
              </a:rPr>
              <a:t>DepHNN</a:t>
            </a:r>
            <a:r>
              <a:rPr lang="en-US" sz="3600" dirty="0">
                <a:latin typeface="Times New Roman" panose="02020603050405020304" pitchFamily="18" charset="0"/>
                <a:cs typeface="Times New Roman" panose="02020603050405020304" pitchFamily="18" charset="0"/>
              </a:rPr>
              <a:t> is a hybrid deep learning model combining CNN and LSTM for automated depression detection using EEG signals. It efficiently extracts temporal and sequential features without manual engineering and achieves high accuracy with minimal error and computation time. The model surpasses existing approaches in accuracy, efficiency, and robustness, making it a reliable computer-aided tool for early depression screening. Future improvements can enable severity analysis, use of larger datasets, and integration with IoMT systems for real-time mental health monitoring.</a:t>
            </a:r>
            <a:endParaRPr lang="en-IN" sz="3600" dirty="0">
              <a:latin typeface="Times New Roman" panose="02020603050405020304" pitchFamily="18" charset="0"/>
              <a:cs typeface="Times New Roman" panose="02020603050405020304" pitchFamily="18" charset="0"/>
            </a:endParaRPr>
          </a:p>
          <a:p>
            <a:endParaRPr lang="en-IN" sz="6600" b="1" dirty="0">
              <a:solidFill>
                <a:srgbClr val="C00000"/>
              </a:solidFill>
              <a:latin typeface="Arial" panose="020B0604020202020204" pitchFamily="34" charset="0"/>
              <a:cs typeface="Arial" panose="020B0604020202020204" pitchFamily="34" charset="0"/>
            </a:endParaRPr>
          </a:p>
        </p:txBody>
      </p:sp>
      <p:pic>
        <p:nvPicPr>
          <p:cNvPr id="26" name="Picture 2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420860" y="172974"/>
            <a:ext cx="30023202" cy="5320628"/>
          </a:xfrm>
          <a:prstGeom prst="rect">
            <a:avLst/>
          </a:prstGeom>
        </p:spPr>
      </p:pic>
      <p:sp>
        <p:nvSpPr>
          <p:cNvPr id="27" name="TextBox 26"/>
          <p:cNvSpPr txBox="1"/>
          <p:nvPr/>
        </p:nvSpPr>
        <p:spPr>
          <a:xfrm>
            <a:off x="914400" y="5259723"/>
            <a:ext cx="31432500" cy="2215991"/>
          </a:xfrm>
          <a:prstGeom prst="rect">
            <a:avLst/>
          </a:prstGeom>
          <a:noFill/>
        </p:spPr>
        <p:txBody>
          <a:bodyPr wrap="square" rtlCol="0">
            <a:spAutoFit/>
          </a:bodyPr>
          <a:lstStyle/>
          <a:p>
            <a:pPr algn="ctr"/>
            <a:r>
              <a:rPr lang="en-US" sz="13800" b="1" dirty="0">
                <a:solidFill>
                  <a:srgbClr val="7030A0"/>
                </a:solidFill>
                <a:latin typeface="Algerian" panose="04020705040A02060702" pitchFamily="82" charset="0"/>
                <a:cs typeface="Arial" panose="020B0604020202020204" pitchFamily="34" charset="0"/>
              </a:rPr>
              <a:t>AAVISHKAR - 2025</a:t>
            </a:r>
            <a:endParaRPr lang="en-IN" sz="13800" b="1" dirty="0">
              <a:solidFill>
                <a:srgbClr val="7030A0"/>
              </a:solidFill>
              <a:latin typeface="Algerian" panose="04020705040A02060702" pitchFamily="82" charset="0"/>
              <a:cs typeface="Arial" panose="020B0604020202020204" pitchFamily="34" charset="0"/>
            </a:endParaRPr>
          </a:p>
        </p:txBody>
      </p:sp>
      <p:sp>
        <p:nvSpPr>
          <p:cNvPr id="28" name="TextBox 27"/>
          <p:cNvSpPr txBox="1"/>
          <p:nvPr/>
        </p:nvSpPr>
        <p:spPr>
          <a:xfrm>
            <a:off x="914400" y="7194976"/>
            <a:ext cx="31432500" cy="769441"/>
          </a:xfrm>
          <a:prstGeom prst="rect">
            <a:avLst/>
          </a:prstGeom>
          <a:noFill/>
        </p:spPr>
        <p:txBody>
          <a:bodyPr wrap="square" rtlCol="0">
            <a:spAutoFit/>
          </a:bodyPr>
          <a:lstStyle/>
          <a:p>
            <a:pPr algn="ctr"/>
            <a:r>
              <a:rPr lang="en-US" sz="4400" b="1" dirty="0">
                <a:latin typeface="Arial" panose="020B0604020202020204" pitchFamily="34" charset="0"/>
                <a:cs typeface="Arial" panose="020B0604020202020204" pitchFamily="34" charset="0"/>
              </a:rPr>
              <a:t>12</a:t>
            </a:r>
            <a:r>
              <a:rPr lang="en-US" sz="4400" b="1" baseline="30000" dirty="0">
                <a:latin typeface="Arial" panose="020B0604020202020204" pitchFamily="34" charset="0"/>
                <a:cs typeface="Arial" panose="020B0604020202020204" pitchFamily="34" charset="0"/>
              </a:rPr>
              <a:t>th</a:t>
            </a:r>
            <a:r>
              <a:rPr lang="en-US" sz="4400" b="1" dirty="0">
                <a:latin typeface="Arial" panose="020B0604020202020204" pitchFamily="34" charset="0"/>
                <a:cs typeface="Arial" panose="020B0604020202020204" pitchFamily="34" charset="0"/>
              </a:rPr>
              <a:t> December 2025</a:t>
            </a:r>
            <a:endParaRPr lang="en-IN" sz="4400" b="1" dirty="0">
              <a:latin typeface="Arial" panose="020B0604020202020204" pitchFamily="34" charset="0"/>
              <a:cs typeface="Arial" panose="020B0604020202020204" pitchFamily="34" charset="0"/>
            </a:endParaRPr>
          </a:p>
        </p:txBody>
      </p:sp>
      <p:sp>
        <p:nvSpPr>
          <p:cNvPr id="29" name="Rectangle 28"/>
          <p:cNvSpPr/>
          <p:nvPr/>
        </p:nvSpPr>
        <p:spPr>
          <a:xfrm>
            <a:off x="400050" y="12048112"/>
            <a:ext cx="15716250" cy="27746567"/>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0" name="Rectangle 29"/>
          <p:cNvSpPr/>
          <p:nvPr/>
        </p:nvSpPr>
        <p:spPr>
          <a:xfrm>
            <a:off x="16573500" y="12048112"/>
            <a:ext cx="15830550" cy="2771870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1" name="TextBox 30"/>
          <p:cNvSpPr txBox="1"/>
          <p:nvPr/>
        </p:nvSpPr>
        <p:spPr>
          <a:xfrm>
            <a:off x="7346697" y="40642985"/>
            <a:ext cx="8769603" cy="1754326"/>
          </a:xfrm>
          <a:prstGeom prst="rect">
            <a:avLst/>
          </a:prstGeom>
          <a:noFill/>
        </p:spPr>
        <p:txBody>
          <a:bodyPr wrap="square" rtlCol="0">
            <a:spAutoFit/>
          </a:bodyPr>
          <a:lstStyle/>
          <a:p>
            <a:r>
              <a:rPr lang="en-US" sz="5400" b="1" dirty="0">
                <a:solidFill>
                  <a:schemeClr val="accent1">
                    <a:lumMod val="75000"/>
                  </a:schemeClr>
                </a:solidFill>
                <a:latin typeface="Times New Roman" panose="02020603050405020304" pitchFamily="18" charset="0"/>
                <a:cs typeface="Times New Roman" panose="02020603050405020304" pitchFamily="18" charset="0"/>
              </a:rPr>
              <a:t>Badrinath K</a:t>
            </a:r>
          </a:p>
          <a:p>
            <a:r>
              <a:rPr lang="en-US" sz="5400" b="1" dirty="0">
                <a:solidFill>
                  <a:schemeClr val="accent1">
                    <a:lumMod val="75000"/>
                  </a:schemeClr>
                </a:solidFill>
                <a:latin typeface="Times New Roman" panose="02020603050405020304" pitchFamily="18" charset="0"/>
                <a:cs typeface="Times New Roman" panose="02020603050405020304" pitchFamily="18" charset="0"/>
              </a:rPr>
              <a:t>Assistant </a:t>
            </a:r>
            <a:r>
              <a:rPr lang="en-US" sz="5400" b="1" dirty="0" smtClean="0">
                <a:solidFill>
                  <a:schemeClr val="accent1">
                    <a:lumMod val="75000"/>
                  </a:schemeClr>
                </a:solidFill>
                <a:latin typeface="Times New Roman" panose="02020603050405020304" pitchFamily="18" charset="0"/>
                <a:cs typeface="Times New Roman" panose="02020603050405020304" pitchFamily="18" charset="0"/>
              </a:rPr>
              <a:t>Professor</a:t>
            </a:r>
            <a:endParaRPr lang="en-IN" sz="5400" b="1" dirty="0">
              <a:solidFill>
                <a:schemeClr val="accent1">
                  <a:lumMod val="75000"/>
                </a:schemeClr>
              </a:solidFill>
              <a:latin typeface="Times New Roman" panose="02020603050405020304" pitchFamily="18" charset="0"/>
              <a:cs typeface="Times New Roman" panose="02020603050405020304" pitchFamily="18" charset="0"/>
            </a:endParaRPr>
          </a:p>
        </p:txBody>
      </p:sp>
      <p:sp>
        <p:nvSpPr>
          <p:cNvPr id="33" name="TextBox 32">
            <a:extLst>
              <a:ext uri="{FF2B5EF4-FFF2-40B4-BE49-F238E27FC236}">
                <a16:creationId xmlns:a16="http://schemas.microsoft.com/office/drawing/2014/main" xmlns="" id="{7E6E8C7F-556C-2921-D427-5FBF44D6A407}"/>
              </a:ext>
            </a:extLst>
          </p:cNvPr>
          <p:cNvSpPr txBox="1"/>
          <p:nvPr/>
        </p:nvSpPr>
        <p:spPr>
          <a:xfrm>
            <a:off x="542922" y="40504485"/>
            <a:ext cx="6803775" cy="1107996"/>
          </a:xfrm>
          <a:prstGeom prst="rect">
            <a:avLst/>
          </a:prstGeom>
          <a:noFill/>
        </p:spPr>
        <p:txBody>
          <a:bodyPr wrap="square" rtlCol="0">
            <a:spAutoFit/>
          </a:bodyPr>
          <a:lstStyle/>
          <a:p>
            <a:r>
              <a:rPr lang="en-IN" sz="6600" b="1" dirty="0">
                <a:solidFill>
                  <a:srgbClr val="C00000"/>
                </a:solidFill>
                <a:latin typeface="Arial" panose="020B0604020202020204" pitchFamily="34" charset="0"/>
                <a:cs typeface="Arial" panose="020B0604020202020204" pitchFamily="34" charset="0"/>
              </a:rPr>
              <a:t>Name of Guide: </a:t>
            </a:r>
          </a:p>
        </p:txBody>
      </p:sp>
      <p:sp>
        <p:nvSpPr>
          <p:cNvPr id="35" name="TextBox 34"/>
          <p:cNvSpPr txBox="1"/>
          <p:nvPr/>
        </p:nvSpPr>
        <p:spPr>
          <a:xfrm>
            <a:off x="885825" y="20824914"/>
            <a:ext cx="14973298" cy="7655814"/>
          </a:xfrm>
          <a:prstGeom prst="rect">
            <a:avLst/>
          </a:prstGeom>
          <a:noFill/>
        </p:spPr>
        <p:txBody>
          <a:bodyPr wrap="square" rtlCol="0">
            <a:spAutoFit/>
          </a:bodyPr>
          <a:lstStyle/>
          <a:p>
            <a:pPr algn="ctr"/>
            <a:r>
              <a:rPr lang="en-IN" sz="6600" b="1" dirty="0">
                <a:solidFill>
                  <a:srgbClr val="C00000"/>
                </a:solidFill>
                <a:latin typeface="Arial" panose="020B0604020202020204" pitchFamily="34" charset="0"/>
                <a:cs typeface="Arial" panose="020B0604020202020204" pitchFamily="34" charset="0"/>
              </a:rPr>
              <a:t>Introduction</a:t>
            </a:r>
          </a:p>
          <a:p>
            <a:pPr algn="just">
              <a:lnSpc>
                <a:spcPct val="150000"/>
              </a:lnSpc>
            </a:pPr>
            <a:r>
              <a:rPr lang="en-US" sz="3600" dirty="0">
                <a:latin typeface="Times New Roman" panose="02020603050405020304" pitchFamily="18" charset="0"/>
                <a:cs typeface="Times New Roman" panose="02020603050405020304" pitchFamily="18" charset="0"/>
              </a:rPr>
              <a:t>Depression affects over 322 million people worldwide, with a higher incidence among females. Although it is a treatable condition, nearly half of the cases remain undiagnosed due to factors like limited awareness, insufficient resources, and incorrect diagnoses. EEG signals, being non-invasive and cost-effective, serve as valuable biomarkers for identifying neurological disorders, including depression. However, their complexity makes manual analysis challenging. To address this, the project proposes a hybrid LSTM-CNN model (</a:t>
            </a:r>
            <a:r>
              <a:rPr lang="en-US" sz="3600" dirty="0" err="1">
                <a:latin typeface="Times New Roman" panose="02020603050405020304" pitchFamily="18" charset="0"/>
                <a:cs typeface="Times New Roman" panose="02020603050405020304" pitchFamily="18" charset="0"/>
              </a:rPr>
              <a:t>DepHNN</a:t>
            </a:r>
            <a:r>
              <a:rPr lang="en-US" sz="3600" dirty="0">
                <a:latin typeface="Times New Roman" panose="02020603050405020304" pitchFamily="18" charset="0"/>
                <a:cs typeface="Times New Roman" panose="02020603050405020304" pitchFamily="18" charset="0"/>
              </a:rPr>
              <a:t>) for efficient and accurate detection of depression using EEG data.</a:t>
            </a:r>
            <a:endParaRPr lang="en-IN" sz="5400" b="1" dirty="0">
              <a:latin typeface="Arial" panose="020B0604020202020204" pitchFamily="34" charset="0"/>
              <a:cs typeface="Arial" panose="020B0604020202020204" pitchFamily="34" charset="0"/>
            </a:endParaRPr>
          </a:p>
        </p:txBody>
      </p:sp>
      <p:sp>
        <p:nvSpPr>
          <p:cNvPr id="36" name="TextBox 35"/>
          <p:cNvSpPr txBox="1"/>
          <p:nvPr/>
        </p:nvSpPr>
        <p:spPr>
          <a:xfrm>
            <a:off x="17145000" y="24423067"/>
            <a:ext cx="15373350" cy="1107996"/>
          </a:xfrm>
          <a:prstGeom prst="rect">
            <a:avLst/>
          </a:prstGeom>
          <a:noFill/>
        </p:spPr>
        <p:txBody>
          <a:bodyPr wrap="square" rtlCol="0">
            <a:spAutoFit/>
          </a:bodyPr>
          <a:lstStyle/>
          <a:p>
            <a:pPr algn="ctr"/>
            <a:r>
              <a:rPr lang="en-IN" sz="6600" b="1" dirty="0" smtClean="0">
                <a:solidFill>
                  <a:srgbClr val="C00000"/>
                </a:solidFill>
                <a:latin typeface="Arial" panose="020B0604020202020204" pitchFamily="34" charset="0"/>
                <a:cs typeface="Arial" panose="020B0604020202020204" pitchFamily="34" charset="0"/>
              </a:rPr>
              <a:t>Results</a:t>
            </a:r>
          </a:p>
        </p:txBody>
      </p:sp>
      <p:sp>
        <p:nvSpPr>
          <p:cNvPr id="37" name="TextBox 36"/>
          <p:cNvSpPr txBox="1"/>
          <p:nvPr/>
        </p:nvSpPr>
        <p:spPr>
          <a:xfrm>
            <a:off x="17145000" y="40595613"/>
            <a:ext cx="15259049" cy="2308324"/>
          </a:xfrm>
          <a:prstGeom prst="rect">
            <a:avLst/>
          </a:prstGeom>
          <a:noFill/>
        </p:spPr>
        <p:txBody>
          <a:bodyPr wrap="square" rtlCol="0">
            <a:spAutoFit/>
          </a:bodyPr>
          <a:lstStyle/>
          <a:p>
            <a:r>
              <a:rPr lang="en-IN" sz="4800" b="1" dirty="0">
                <a:solidFill>
                  <a:srgbClr val="0070C0"/>
                </a:solidFill>
                <a:latin typeface="Arial" panose="020B0604020202020204" pitchFamily="34" charset="0"/>
                <a:cs typeface="Arial" panose="020B0604020202020204" pitchFamily="34" charset="0"/>
              </a:rPr>
              <a:t>Balappagari </a:t>
            </a:r>
            <a:r>
              <a:rPr lang="en-IN" sz="4800" b="1" dirty="0" err="1">
                <a:solidFill>
                  <a:srgbClr val="0070C0"/>
                </a:solidFill>
                <a:latin typeface="Arial" panose="020B0604020202020204" pitchFamily="34" charset="0"/>
                <a:cs typeface="Arial" panose="020B0604020202020204" pitchFamily="34" charset="0"/>
              </a:rPr>
              <a:t>Latha</a:t>
            </a:r>
            <a:r>
              <a:rPr lang="en-IN" sz="4800" b="1" dirty="0">
                <a:solidFill>
                  <a:srgbClr val="0070C0"/>
                </a:solidFill>
                <a:latin typeface="Arial" panose="020B0604020202020204" pitchFamily="34" charset="0"/>
                <a:cs typeface="Arial" panose="020B0604020202020204" pitchFamily="34" charset="0"/>
              </a:rPr>
              <a:t> </a:t>
            </a:r>
            <a:r>
              <a:rPr lang="en-IN" sz="4800" b="1" dirty="0" err="1" smtClean="0">
                <a:solidFill>
                  <a:srgbClr val="0070C0"/>
                </a:solidFill>
                <a:latin typeface="Arial" panose="020B0604020202020204" pitchFamily="34" charset="0"/>
                <a:cs typeface="Arial" panose="020B0604020202020204" pitchFamily="34" charset="0"/>
              </a:rPr>
              <a:t>Sree</a:t>
            </a:r>
            <a:r>
              <a:rPr lang="en-IN" sz="4800" b="1" dirty="0">
                <a:solidFill>
                  <a:srgbClr val="0070C0"/>
                </a:solidFill>
                <a:latin typeface="Arial" panose="020B0604020202020204" pitchFamily="34" charset="0"/>
                <a:cs typeface="Arial" panose="020B0604020202020204" pitchFamily="34" charset="0"/>
              </a:rPr>
              <a:t>	</a:t>
            </a:r>
            <a:r>
              <a:rPr lang="en-IN" sz="4800" b="1" dirty="0" smtClean="0">
                <a:solidFill>
                  <a:srgbClr val="0070C0"/>
                </a:solidFill>
                <a:latin typeface="Arial" panose="020B0604020202020204" pitchFamily="34" charset="0"/>
                <a:cs typeface="Arial" panose="020B0604020202020204" pitchFamily="34" charset="0"/>
              </a:rPr>
              <a:t>	</a:t>
            </a:r>
            <a:r>
              <a:rPr lang="en-IN" sz="4800" b="1" dirty="0" smtClean="0">
                <a:solidFill>
                  <a:srgbClr val="0070C0"/>
                </a:solidFill>
                <a:latin typeface="Arial" panose="020B0604020202020204" pitchFamily="34" charset="0"/>
                <a:cs typeface="Arial" panose="020B0604020202020204" pitchFamily="34" charset="0"/>
              </a:rPr>
              <a:t>1SJ22AD006</a:t>
            </a:r>
            <a:endParaRPr lang="en-IN" sz="4800" b="1" dirty="0">
              <a:solidFill>
                <a:srgbClr val="0070C0"/>
              </a:solidFill>
              <a:latin typeface="Arial" panose="020B0604020202020204" pitchFamily="34" charset="0"/>
              <a:cs typeface="Arial" panose="020B0604020202020204" pitchFamily="34" charset="0"/>
            </a:endParaRPr>
          </a:p>
          <a:p>
            <a:r>
              <a:rPr lang="en-IN" sz="4800" b="1" dirty="0">
                <a:solidFill>
                  <a:srgbClr val="0070C0"/>
                </a:solidFill>
                <a:latin typeface="Arial" panose="020B0604020202020204" pitchFamily="34" charset="0"/>
                <a:cs typeface="Arial" panose="020B0604020202020204" pitchFamily="34" charset="0"/>
              </a:rPr>
              <a:t>C S </a:t>
            </a:r>
            <a:r>
              <a:rPr lang="en-IN" sz="4800" b="1" dirty="0" err="1" smtClean="0">
                <a:solidFill>
                  <a:srgbClr val="0070C0"/>
                </a:solidFill>
                <a:latin typeface="Arial" panose="020B0604020202020204" pitchFamily="34" charset="0"/>
                <a:cs typeface="Arial" panose="020B0604020202020204" pitchFamily="34" charset="0"/>
              </a:rPr>
              <a:t>Mounika</a:t>
            </a:r>
            <a:r>
              <a:rPr lang="en-IN" sz="4800" b="1" dirty="0" smtClean="0">
                <a:solidFill>
                  <a:srgbClr val="0070C0"/>
                </a:solidFill>
                <a:latin typeface="Arial" panose="020B0604020202020204" pitchFamily="34" charset="0"/>
                <a:cs typeface="Arial" panose="020B0604020202020204" pitchFamily="34" charset="0"/>
              </a:rPr>
              <a:t>			1SJ22AD008</a:t>
            </a:r>
            <a:endParaRPr lang="en-IN" sz="4800" b="1" dirty="0">
              <a:solidFill>
                <a:srgbClr val="0070C0"/>
              </a:solidFill>
              <a:latin typeface="Arial" panose="020B0604020202020204" pitchFamily="34" charset="0"/>
              <a:cs typeface="Arial" panose="020B0604020202020204" pitchFamily="34" charset="0"/>
            </a:endParaRPr>
          </a:p>
          <a:p>
            <a:r>
              <a:rPr lang="en-IN" sz="4800" b="1" dirty="0" err="1">
                <a:solidFill>
                  <a:srgbClr val="0070C0"/>
                </a:solidFill>
                <a:latin typeface="Arial" panose="020B0604020202020204" pitchFamily="34" charset="0"/>
                <a:cs typeface="Arial" panose="020B0604020202020204" pitchFamily="34" charset="0"/>
              </a:rPr>
              <a:t>Mareddy</a:t>
            </a:r>
            <a:r>
              <a:rPr lang="en-IN" sz="4800" b="1" dirty="0">
                <a:solidFill>
                  <a:srgbClr val="0070C0"/>
                </a:solidFill>
                <a:latin typeface="Arial" panose="020B0604020202020204" pitchFamily="34" charset="0"/>
                <a:cs typeface="Arial" panose="020B0604020202020204" pitchFamily="34" charset="0"/>
              </a:rPr>
              <a:t> </a:t>
            </a:r>
            <a:r>
              <a:rPr lang="en-IN" sz="4800" b="1" dirty="0" err="1" smtClean="0">
                <a:solidFill>
                  <a:srgbClr val="0070C0"/>
                </a:solidFill>
                <a:latin typeface="Arial" panose="020B0604020202020204" pitchFamily="34" charset="0"/>
                <a:cs typeface="Arial" panose="020B0604020202020204" pitchFamily="34" charset="0"/>
              </a:rPr>
              <a:t>Charan</a:t>
            </a:r>
            <a:r>
              <a:rPr lang="en-IN" sz="4800" b="1" dirty="0" smtClean="0">
                <a:solidFill>
                  <a:srgbClr val="0070C0"/>
                </a:solidFill>
                <a:latin typeface="Arial" panose="020B0604020202020204" pitchFamily="34" charset="0"/>
                <a:cs typeface="Arial" panose="020B0604020202020204" pitchFamily="34" charset="0"/>
              </a:rPr>
              <a:t>		1SJ22AD034</a:t>
            </a:r>
            <a:endParaRPr lang="en-IN" sz="4800" b="1" dirty="0">
              <a:latin typeface="Arial" panose="020B0604020202020204" pitchFamily="34" charset="0"/>
              <a:cs typeface="Arial" panose="020B0604020202020204" pitchFamily="34" charset="0"/>
            </a:endParaRPr>
          </a:p>
        </p:txBody>
      </p:sp>
      <p:sp>
        <p:nvSpPr>
          <p:cNvPr id="38" name="TextBox 37">
            <a:extLst>
              <a:ext uri="{FF2B5EF4-FFF2-40B4-BE49-F238E27FC236}">
                <a16:creationId xmlns:a16="http://schemas.microsoft.com/office/drawing/2014/main" xmlns="" id="{7E6E8C7F-556C-2921-D427-5FBF44D6A407}"/>
              </a:ext>
            </a:extLst>
          </p:cNvPr>
          <p:cNvSpPr txBox="1"/>
          <p:nvPr/>
        </p:nvSpPr>
        <p:spPr>
          <a:xfrm>
            <a:off x="22632492" y="39766816"/>
            <a:ext cx="6803775" cy="923330"/>
          </a:xfrm>
          <a:prstGeom prst="rect">
            <a:avLst/>
          </a:prstGeom>
          <a:noFill/>
        </p:spPr>
        <p:txBody>
          <a:bodyPr wrap="square" rtlCol="0">
            <a:spAutoFit/>
          </a:bodyPr>
          <a:lstStyle/>
          <a:p>
            <a:r>
              <a:rPr lang="en-IN" sz="5400" b="1" dirty="0">
                <a:solidFill>
                  <a:srgbClr val="C00000"/>
                </a:solidFill>
                <a:latin typeface="Arial" panose="020B0604020202020204" pitchFamily="34" charset="0"/>
                <a:cs typeface="Arial" panose="020B0604020202020204" pitchFamily="34" charset="0"/>
              </a:rPr>
              <a:t>Project Batch</a:t>
            </a:r>
          </a:p>
        </p:txBody>
      </p:sp>
      <p:pic>
        <p:nvPicPr>
          <p:cNvPr id="21" name="Picture 20">
            <a:extLst>
              <a:ext uri="{FF2B5EF4-FFF2-40B4-BE49-F238E27FC236}">
                <a16:creationId xmlns:a16="http://schemas.microsoft.com/office/drawing/2014/main" xmlns="" id="{84B92D6E-BC22-34F7-0B32-46FCD1A22F3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131565" y="18548398"/>
            <a:ext cx="9000170" cy="5874669"/>
          </a:xfrm>
          <a:prstGeom prst="rect">
            <a:avLst/>
          </a:prstGeom>
        </p:spPr>
      </p:pic>
      <p:pic>
        <p:nvPicPr>
          <p:cNvPr id="32" name="Picture 4"/>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6944975" y="26372274"/>
            <a:ext cx="6402705" cy="477828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4" name="Picture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4488775" y="26372274"/>
            <a:ext cx="6797040" cy="477828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275584890"/>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128</TotalTime>
  <Words>465</Words>
  <Application>Microsoft Office PowerPoint</Application>
  <PresentationFormat>Custom</PresentationFormat>
  <Paragraphs>30</Paragraphs>
  <Slides>1</Slides>
  <Notes>0</Notes>
  <HiddenSlides>0</HiddenSlides>
  <MMClips>0</MMClips>
  <ScaleCrop>false</ScaleCrop>
  <HeadingPairs>
    <vt:vector size="4" baseType="variant">
      <vt:variant>
        <vt:lpstr>Theme</vt:lpstr>
      </vt:variant>
      <vt:variant>
        <vt:i4>1</vt:i4>
      </vt:variant>
      <vt:variant>
        <vt:lpstr>Slide Titles</vt:lpstr>
      </vt:variant>
      <vt:variant>
        <vt:i4>1</vt:i4>
      </vt:variant>
    </vt:vector>
  </HeadingPairs>
  <TitlesOfParts>
    <vt:vector size="2" baseType="lpstr">
      <vt:lpstr>Office Theme</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Admin</dc:creator>
  <cp:lastModifiedBy>mareddy charan</cp:lastModifiedBy>
  <cp:revision>18</cp:revision>
  <dcterms:created xsi:type="dcterms:W3CDTF">2025-02-17T04:01:56Z</dcterms:created>
  <dcterms:modified xsi:type="dcterms:W3CDTF">2025-12-11T06:44:59Z</dcterms:modified>
</cp:coreProperties>
</file>