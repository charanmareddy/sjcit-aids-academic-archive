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95" d="100"/>
          <a:sy n="95" d="100"/>
        </p:scale>
        <p:origin x="-178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E7115F-A66B-5A95-17FE-925A411A9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E5DA972-C623-C77F-1014-1B50F0698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89DC2C-B90B-752C-D2F4-B0A6A8A52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BBDCBAE-5E14-B021-93DA-9A28EB89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EB6FB6-2457-EFFC-92C1-2DFEAAF5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032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0A4EFB-C828-80C8-666F-D387D3699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F1FD4D-105D-655E-68AE-BAC268CE1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AEC483-6916-8A18-3241-780E283BC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9CD2EA-C46D-D2A3-A596-3733C0E3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516C30-84AE-00C0-2719-B6327C24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06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88E366-AA9C-7D75-97B1-F68C077B6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44A722-888B-0EC5-3F24-9E67D005B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F3E1DB-82E3-257C-DB6E-CEC9ACF3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978E99-A47B-582F-5DAA-DF28987C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5FD56C-0EE8-6931-1187-78DA0233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0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727702-D179-E142-1E75-941551F9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B46678-748A-6BEF-1CBA-4B6B8921E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5DD361D-4EFA-B84E-5FC0-FF52CB90B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8A8B52C-42F7-480E-DAA2-BF482E1C5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C62051-009C-739C-CE09-07970B5B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86BE4C7-F5B3-C7B4-B44C-95724CCE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4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8924FD-D6E8-BE41-00B3-C865A352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B183908-B8A8-9266-4A78-0A4F405F2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C68E55-9385-51D6-FD1B-725F2D66B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E947006-9BF8-0920-A9B8-7061C8FED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0FEE752-BB89-16F2-BCF7-6289AC7A1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9811F0F-7127-06A5-E133-0B3CCC58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D69BCE9-3791-F3B6-4C6C-30C0B6E3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423399-08E3-46DA-650C-8D8E9D9E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76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F2FC33-1A48-AC1A-E27F-B1267A96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14420B1-5B28-DDA2-6F61-9DBE6B5F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C3E7BE0-2659-1862-6D8B-0EA54E66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25D36C-EB79-0BFC-9B99-DA1399A7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96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3945E5C-873C-8069-6BB3-F0B7C45E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96D22CC-D246-81FA-C8A3-10A09FE0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C5FB185-16C5-80B9-9516-76570374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80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DB659E-6BE6-1D59-CF5C-70661C5D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CB4773-A7A5-C63A-AD40-A21ED6C92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6CD9E9A-1A70-2194-3E21-9BA17B279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40FEE7E-6919-4892-098B-195BDF75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A439CC-5102-CCE6-C4E3-B1A23E0F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DC0C910-0CB4-7101-83C6-24CD5EE79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9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AE1A58-30FF-29A7-C690-910BE8FA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FB5A5FF-04B0-7093-84A2-E302307B0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E836794-6C96-AF0F-94E6-9DC6A2669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50DED5E-6A4B-4EC4-1366-63B226B51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09E489-0B6B-55BD-29FD-9D918825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54FEF21-CBEF-BEA2-D775-94071F48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4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334A8B-BF8E-9719-3FCC-6060D217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6967FB6-0FF7-6AE3-C751-19C0891C2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F16C5E-A056-9717-444C-429E9760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CD573F8-F538-DB73-EC0F-E8415BF0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DB9B0D-2243-7BBD-B117-CE29ED2E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84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89D9C3D-F4DD-01DD-FBDB-4D62B0CA2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B647780-3B49-31ED-7B59-D249D8D0A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04CEEE9-16E6-C9DB-C365-8E2A3C20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41DA521-80CF-8D8A-A740-D3BE42E0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ACE0F15-8930-FC34-C44A-C6311DDF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34B06-917D-4876-8698-2758C70F8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C4D8324-F334-92E2-2539-84804455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EBED13-BDF7-E68E-A9D8-CE2F4545F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5DF74C0-D1A9-C5FF-7359-249EF8C1D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FC90C-1A45-452B-91B2-D87698029C2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DF5DB18-91F4-69E3-09FB-A8E3C187E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140D72-BC17-AB2C-8186-9FFFD976A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34B06-917D-4876-8698-2758C70F80AC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B0C72DF-215C-14AB-EAF6-B4BE3582D90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10679"/>
          <a:stretch/>
        </p:blipFill>
        <p:spPr>
          <a:xfrm>
            <a:off x="10954327" y="0"/>
            <a:ext cx="1237673" cy="11958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67F3274-72BF-D1EB-4CA6-492DAD90114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445000" y="26321"/>
            <a:ext cx="2373745" cy="31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5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index.html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" TargetMode="External"/><Relationship Id="rId4" Type="http://schemas.openxmlformats.org/officeDocument/2006/relationships/hyperlink" Target="https://learn.microsoft.com/en-us/power-bi/fundament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40E4831-A72A-CE2B-40D2-37DC6FD2EF78}"/>
              </a:ext>
            </a:extLst>
          </p:cNvPr>
          <p:cNvSpPr txBox="1"/>
          <p:nvPr/>
        </p:nvSpPr>
        <p:spPr>
          <a:xfrm>
            <a:off x="768622" y="657546"/>
            <a:ext cx="106337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b="1" dirty="0">
              <a:solidFill>
                <a:srgbClr val="C00000"/>
              </a:solidFill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</a:rPr>
              <a:t>Department of Artificial Intelligence &amp; Data Science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19C2D7E-1F55-B792-F1D2-B72075D7D36B}"/>
              </a:ext>
            </a:extLst>
          </p:cNvPr>
          <p:cNvSpPr txBox="1"/>
          <p:nvPr/>
        </p:nvSpPr>
        <p:spPr>
          <a:xfrm>
            <a:off x="4210484" y="1307812"/>
            <a:ext cx="37710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3200" b="1" dirty="0">
              <a:solidFill>
                <a:srgbClr val="002060"/>
              </a:solidFill>
            </a:endParaRPr>
          </a:p>
          <a:p>
            <a:r>
              <a:rPr lang="en-IN" sz="3200" b="1" dirty="0">
                <a:solidFill>
                  <a:srgbClr val="002060"/>
                </a:solidFill>
              </a:rPr>
              <a:t>Internship Review -1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6C5A5CA-B174-AE0F-6AEE-3ADF50DB62EA}"/>
              </a:ext>
            </a:extLst>
          </p:cNvPr>
          <p:cNvSpPr txBox="1"/>
          <p:nvPr/>
        </p:nvSpPr>
        <p:spPr>
          <a:xfrm>
            <a:off x="3139549" y="2360499"/>
            <a:ext cx="6480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With Data Science</a:t>
            </a:r>
            <a:endParaRPr lang="en-IN" sz="4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8D631D2-22B5-F72E-5BFC-C7642E704E40}"/>
              </a:ext>
            </a:extLst>
          </p:cNvPr>
          <p:cNvSpPr txBox="1"/>
          <p:nvPr/>
        </p:nvSpPr>
        <p:spPr>
          <a:xfrm>
            <a:off x="4470428" y="4109951"/>
            <a:ext cx="35110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00B050"/>
                </a:solidFill>
              </a:rPr>
              <a:t>MAREDDY CHARAN</a:t>
            </a:r>
          </a:p>
          <a:p>
            <a:pPr algn="ctr"/>
            <a:r>
              <a:rPr lang="en-IN" sz="2800" dirty="0" smtClean="0">
                <a:solidFill>
                  <a:srgbClr val="002060"/>
                </a:solidFill>
              </a:rPr>
              <a:t>1SJ22AD024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14FD724-1B6C-EAA4-A25A-317B8B889346}"/>
              </a:ext>
            </a:extLst>
          </p:cNvPr>
          <p:cNvSpPr txBox="1"/>
          <p:nvPr/>
        </p:nvSpPr>
        <p:spPr>
          <a:xfrm>
            <a:off x="1222625" y="5178175"/>
            <a:ext cx="4201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Name of the Internal Guide &amp; </a:t>
            </a:r>
            <a:r>
              <a:rPr lang="en-IN" b="1" dirty="0" smtClean="0">
                <a:solidFill>
                  <a:srgbClr val="002060"/>
                </a:solidFill>
              </a:rPr>
              <a:t>Designation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BADRINATH K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E672E2F-DEF6-DD0B-8D70-7E0C5FE69425}"/>
              </a:ext>
            </a:extLst>
          </p:cNvPr>
          <p:cNvSpPr txBox="1"/>
          <p:nvPr/>
        </p:nvSpPr>
        <p:spPr>
          <a:xfrm>
            <a:off x="6840041" y="5178175"/>
            <a:ext cx="42369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Name of the External Guide &amp; </a:t>
            </a:r>
            <a:r>
              <a:rPr lang="en-IN" b="1" dirty="0" smtClean="0">
                <a:solidFill>
                  <a:srgbClr val="002060"/>
                </a:solidFill>
              </a:rPr>
              <a:t>Designation</a:t>
            </a:r>
          </a:p>
          <a:p>
            <a:pPr algn="ctr"/>
            <a:r>
              <a:rPr lang="en-I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IRSHAN M E</a:t>
            </a:r>
          </a:p>
          <a:p>
            <a:pPr algn="ctr"/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r>
              <a:rPr lang="en-I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BC9623C-985B-05DB-134F-D9358767600E}"/>
              </a:ext>
            </a:extLst>
          </p:cNvPr>
          <p:cNvSpPr txBox="1"/>
          <p:nvPr/>
        </p:nvSpPr>
        <p:spPr>
          <a:xfrm>
            <a:off x="1222625" y="6318607"/>
            <a:ext cx="2680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Date &amp; Time </a:t>
            </a:r>
            <a:r>
              <a:rPr lang="en-IN" b="1" dirty="0" smtClean="0">
                <a:solidFill>
                  <a:srgbClr val="002060"/>
                </a:solidFill>
              </a:rPr>
              <a:t>: 11/04/2026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1026" name="Picture 2" descr="vtu.ac.in - The Statesman">
            <a:extLst>
              <a:ext uri="{FF2B5EF4-FFF2-40B4-BE49-F238E27FC236}">
                <a16:creationId xmlns:a16="http://schemas.microsoft.com/office/drawing/2014/main" xmlns="" id="{E62B7003-B853-5653-EB4D-C1A923F76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4" r="32357" b="4312"/>
          <a:stretch>
            <a:fillRect/>
          </a:stretch>
        </p:blipFill>
        <p:spPr bwMode="auto">
          <a:xfrm>
            <a:off x="-4652" y="0"/>
            <a:ext cx="773274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ySpiders BTM | Bangal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PySpiders BTM | Bangalo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8" descr="PySpiders btm [Main Branch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10" descr="PySpiders btm [Main Branch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12" descr="PySpiders btm [Main Branch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AutoShape 14" descr="PySpiders btm [Main Branch ...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16" descr="PySpiders btm [Main Branch ...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18" descr="PySpiders btm [Main Branch ...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43" name="Picture 19" descr="C:\Users\chara\Desktop\pyspid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775" y="3017723"/>
            <a:ext cx="1140753" cy="78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4537688" y="3709841"/>
            <a:ext cx="34438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PySpiders (A Unit of QSpiders)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403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55D6B1-4B2F-6DCA-2630-0253E09E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C00000"/>
                </a:solidFill>
              </a:rPr>
              <a:t>Outline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7AF7AA-98DF-1A0C-2F68-D262A6311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Company Profile</a:t>
            </a:r>
          </a:p>
          <a:p>
            <a:r>
              <a:rPr lang="en-IN" dirty="0"/>
              <a:t>Introduction</a:t>
            </a:r>
          </a:p>
          <a:p>
            <a:r>
              <a:rPr lang="en-IN" dirty="0"/>
              <a:t>Internship Objectives</a:t>
            </a:r>
          </a:p>
          <a:p>
            <a:r>
              <a:rPr lang="en-IN" dirty="0"/>
              <a:t>Learning Experiences</a:t>
            </a:r>
          </a:p>
          <a:p>
            <a:r>
              <a:rPr lang="en-IN" dirty="0"/>
              <a:t>Learning Outcomes</a:t>
            </a:r>
          </a:p>
          <a:p>
            <a:r>
              <a:rPr lang="en-IN" dirty="0"/>
              <a:t>Challenges</a:t>
            </a:r>
          </a:p>
          <a:p>
            <a:r>
              <a:rPr lang="en-IN" dirty="0"/>
              <a:t>Conclusion</a:t>
            </a:r>
          </a:p>
          <a:p>
            <a:r>
              <a:rPr lang="en-IN" dirty="0"/>
              <a:t>Reference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74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7642"/>
            <a:ext cx="10515600" cy="49971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PySpiders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PySpiders is a leading training institute based in Bengaluru, focused on providing industry-oriented education in Python and software development, helping students bridge the gap between academics and real-world IT skills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Development, Data Science, Software Testing, and Industrial Training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Services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IT internships and academic projects Corporate training and placement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incubation.</a:t>
            </a:r>
          </a:p>
          <a:p>
            <a:pPr lvl="1"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 Python, Data Science, Machine Learning, and Full Stack Development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Recognition: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the QSpiders network</a:t>
            </a:r>
          </a:p>
          <a:p>
            <a:pPr lvl="1"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globally as one of the largest software training and placement organizations 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network of training centers with thousands of successful student placements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annually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Branch: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Basavanagudi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</a:t>
            </a:r>
          </a:p>
        </p:txBody>
      </p:sp>
    </p:spTree>
    <p:extLst>
      <p:ext uri="{BB962C8B-B14F-4D97-AF65-F5344CB8AC3E}">
        <p14:creationId xmlns:p14="http://schemas.microsoft.com/office/powerpoint/2010/main" val="388361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7642"/>
            <a:ext cx="10515600" cy="478932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Data Science: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Transforming unstructured data into actionable insights using programmatic and statistical methods.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Focus of the Internship: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Mastering core logic and specialized libraries (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Pandas).</a:t>
            </a:r>
          </a:p>
          <a:p>
            <a:pPr lvl="1" algn="just">
              <a:lnSpc>
                <a:spcPct val="15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for cleaning, filtering, and preparing datasets.</a:t>
            </a:r>
          </a:p>
          <a:p>
            <a:pPr lvl="1" algn="just">
              <a:lnSpc>
                <a:spcPct val="15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Visualizing data distributions and relationships.</a:t>
            </a:r>
          </a:p>
          <a:p>
            <a:pPr lvl="1" algn="just">
              <a:lnSpc>
                <a:spcPct val="15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Foundational Modeling: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Preparing real-world datasets for future machine learning applications.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39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5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  <a:r>
              <a:rPr lang="en-IN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158" y="1203158"/>
            <a:ext cx="10515600" cy="5061284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Core Python: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 hands-on proficiency in Python programming and logic building.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to effectively use libraries like Pandas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clean, structure, and process raw data.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the ability to analyze datasets and uncover hidden patterns.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clear and meaningful visual representations of data using tools like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ML: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the necessary data wrangling skills required to train Machine Learning models in the next phase of the internship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relational database concepts and master writing queries to extract and manipulate data using Oracle SQL.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74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22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IN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0968"/>
            <a:ext cx="10515600" cy="504599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Relational Database </a:t>
            </a: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RDBMS architecture and database design.</a:t>
            </a: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Querying: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Mastering CRUD operations, Joins, and Subqueries to extract data.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Core Python Programming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Mastering logic building, loops, and conditional statements.</a:t>
            </a: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and implementing Object-Oriented Programming (OOP) concepts.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</a:t>
            </a: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</a:t>
            </a:r>
            <a:endParaRPr lang="en-IN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(Pandas):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Loading raw data, handling missing values, and transforming datasets.</a:t>
            </a:r>
          </a:p>
          <a:p>
            <a:pPr lvl="1" algn="just">
              <a:lnSpc>
                <a:spcPct val="100000"/>
              </a:lnSpc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Computing (</a:t>
            </a:r>
            <a:r>
              <a:rPr lang="en-IN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Performing array operations and statistical calculations.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Data Analytics &amp; Visualization</a:t>
            </a:r>
            <a:endParaRPr lang="en-IN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spreadsheet tools for initial data exploration, cleaning, and pivot tables.</a:t>
            </a: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Designing interactive, data-driven dashboards to extract and present business insights.</a:t>
            </a: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Visualization: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foundational charts using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data trends.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6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IN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8989"/>
            <a:ext cx="10515600" cy="503797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Proficiency: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Acquired the ability to write efficient SQL queries to extract, filter, and manage data from relational databases.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Skills: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strong foundation in Python, with the ability to write structured logic and apply Object-Oriented Programming (OOP) principles.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Gained hands-on skills to clean messy datasets, handle missing values, and transform data using Pandas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Programmatic Visualization: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Mastered the creation of static visualizations—such as scatter plots, bar charts,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—using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uncover data trends.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 Analytics: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analytical capabilities using Excel for quick data exploration and pivot table summaries.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(BI):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Mastered the creation of interactive and visually appealing dashboards using Power BI to present actionable business insights.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5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5738"/>
          </a:xfrm>
        </p:spPr>
        <p:txBody>
          <a:bodyPr/>
          <a:lstStyle/>
          <a:p>
            <a:r>
              <a:rPr lang="en-IN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2947"/>
            <a:ext cx="10515600" cy="505401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to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Shifting mindset from traditional Python loops to using highly efficient,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in Pandas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Data Extraction: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to construct multi-table Joins and nested Subqueries in Oracle SQL without compromising query performance.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 Imperfections: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inconsistencies, missing values, and formatting issues in messy datasets during the preprocessing phase.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Visualization: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Determining when to use programmatic visualizations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versus when to build interactive business dashboards (Power BI) for different types of stakeholders.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61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35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8674"/>
            <a:ext cx="10515600" cy="5158289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Established: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built a robust understanding of the initial data science pipeline, from data extraction to visualization.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Skillset: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Learned how to seamlessly combine different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SQL for querying, Python (Pandas/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processing, and Power BI/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 insights.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Readiness: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Transitioned from basic academic programming to applying industry-standard data analysis techniques on practical datasets.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Looking forward to applying these prepared datasets to train Machine Learning algorithms and build predictive models in the upcoming phases of the internship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26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9305"/>
            <a:ext cx="10515600" cy="4917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Libraries: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Python Official Documentation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Official User Guides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Matplotlib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Seaborn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Documentation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Analytics Tools: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Oracle Database SQL Language Reference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Microsoft Power BI &amp; Excel Official Documentation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PySpiders Class Notes, Lab Exercises, and Study Materials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Open-source datasets utilized for practice and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visualization.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049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924</Words>
  <Application>Microsoft Office PowerPoint</Application>
  <PresentationFormat>Custom</PresentationFormat>
  <Paragraphs>93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Outline</vt:lpstr>
      <vt:lpstr>Company Profile</vt:lpstr>
      <vt:lpstr>Introduction</vt:lpstr>
      <vt:lpstr>Internship Objectives</vt:lpstr>
      <vt:lpstr>Learning Experiences</vt:lpstr>
      <vt:lpstr>Learning Outcomes</vt:lpstr>
      <vt:lpstr>Challenges</vt:lpstr>
      <vt:lpstr>Conclusion</vt:lpstr>
      <vt:lpstr>Reference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ezhilarasan kaliyamoorthy</dc:creator>
  <cp:lastModifiedBy>mareddy charan</cp:lastModifiedBy>
  <cp:revision>19</cp:revision>
  <dcterms:created xsi:type="dcterms:W3CDTF">2024-09-11T04:14:49Z</dcterms:created>
  <dcterms:modified xsi:type="dcterms:W3CDTF">2026-04-11T04:14:32Z</dcterms:modified>
</cp:coreProperties>
</file>