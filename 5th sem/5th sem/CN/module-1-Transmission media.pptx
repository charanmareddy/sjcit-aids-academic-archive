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300" r:id="rId2"/>
    <p:sldId id="301" r:id="rId3"/>
    <p:sldId id="302" r:id="rId4"/>
    <p:sldId id="303" r:id="rId5"/>
    <p:sldId id="304" r:id="rId6"/>
    <p:sldId id="305" r:id="rId7"/>
    <p:sldId id="306" r:id="rId8"/>
    <p:sldId id="307" r:id="rId9"/>
    <p:sldId id="308" r:id="rId10"/>
    <p:sldId id="309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01" autoAdjust="0"/>
  </p:normalViewPr>
  <p:slideViewPr>
    <p:cSldViewPr snapToGrid="0">
      <p:cViewPr varScale="1">
        <p:scale>
          <a:sx n="61" d="100"/>
          <a:sy n="61" d="100"/>
        </p:scale>
        <p:origin x="88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E1DA2B-04EA-4724-B9DC-1C21C2E1E4C2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61F0CD5-D8EE-47E2-97F0-5444CDBEA518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5937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5ED55-26AE-4E5F-B94F-4A45173BA819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D554-89C8-40F3-88C0-617654178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2005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5ED55-26AE-4E5F-B94F-4A45173BA819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D554-89C8-40F3-88C0-617654178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37914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5ED55-26AE-4E5F-B94F-4A45173BA819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D554-89C8-40F3-88C0-617654178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53522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5ED55-26AE-4E5F-B94F-4A45173BA819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D554-89C8-40F3-88C0-617654178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60398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5ED55-26AE-4E5F-B94F-4A45173BA819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D554-89C8-40F3-88C0-617654178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24841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5ED55-26AE-4E5F-B94F-4A45173BA819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D554-89C8-40F3-88C0-617654178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849504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5ED55-26AE-4E5F-B94F-4A45173BA819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D554-89C8-40F3-88C0-617654178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429537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5ED55-26AE-4E5F-B94F-4A45173BA819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D554-89C8-40F3-88C0-617654178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289395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5ED55-26AE-4E5F-B94F-4A45173BA819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D554-89C8-40F3-88C0-617654178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376810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5ED55-26AE-4E5F-B94F-4A45173BA819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D554-89C8-40F3-88C0-617654178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28731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B85ED55-26AE-4E5F-B94F-4A45173BA819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21D554-89C8-40F3-88C0-617654178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466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85ED55-26AE-4E5F-B94F-4A45173BA819}" type="datetimeFigureOut">
              <a:rPr lang="en-IN" smtClean="0"/>
              <a:t>15-10-2024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121D554-89C8-40F3-88C0-6176541780B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88213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E4E775F-461B-4DE3-A021-01E3BF89E128}"/>
              </a:ext>
            </a:extLst>
          </p:cNvPr>
          <p:cNvPicPr/>
          <p:nvPr/>
        </p:nvPicPr>
        <p:blipFill rotWithShape="1">
          <a:blip r:embed="rId2"/>
          <a:srcRect l="4591" t="28116" r="28207" b="23264"/>
          <a:stretch/>
        </p:blipFill>
        <p:spPr bwMode="auto">
          <a:xfrm>
            <a:off x="1188187" y="742568"/>
            <a:ext cx="9023400" cy="533400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9076032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B2CDBF69-A654-485C-B101-C57EBBBCCD33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4810" t="14183" r="30721" b="22861"/>
          <a:stretch/>
        </p:blipFill>
        <p:spPr bwMode="auto">
          <a:xfrm>
            <a:off x="2027209" y="698740"/>
            <a:ext cx="8419380" cy="579695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0313229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CA02219-7015-450D-92D1-4372548AC19F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3607" t="15349" r="27989" b="24422"/>
          <a:stretch/>
        </p:blipFill>
        <p:spPr bwMode="auto">
          <a:xfrm>
            <a:off x="1703152" y="629728"/>
            <a:ext cx="8785695" cy="554723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419089209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DF32CFAB-3FB6-41F3-9550-104CAE68C068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3935" t="13211" r="27880" b="22079"/>
          <a:stretch/>
        </p:blipFill>
        <p:spPr bwMode="auto">
          <a:xfrm>
            <a:off x="1276709" y="586596"/>
            <a:ext cx="9221637" cy="559036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14761260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4054122F-E0A6-4036-8975-B91714C5ED5B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4808" t="14764" r="28316" b="21703"/>
          <a:stretch/>
        </p:blipFill>
        <p:spPr bwMode="auto">
          <a:xfrm>
            <a:off x="1130060" y="621102"/>
            <a:ext cx="9816861" cy="5555861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01697084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301E2DF9-BF37-4CF0-8E12-018C659EB174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4371" t="14379" r="27989" b="22089"/>
          <a:stretch/>
        </p:blipFill>
        <p:spPr bwMode="auto">
          <a:xfrm>
            <a:off x="983411" y="491706"/>
            <a:ext cx="9963510" cy="5685257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472911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6850" y="502920"/>
            <a:ext cx="11130582" cy="60899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658348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22A55EEF-C25B-4162-9078-97BA486A71C2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4263" t="13409" r="29519" b="22672"/>
          <a:stretch/>
        </p:blipFill>
        <p:spPr bwMode="auto">
          <a:xfrm>
            <a:off x="1535502" y="155275"/>
            <a:ext cx="8567470" cy="60216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279138539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8DDE2DAB-5F05-42EB-8435-272A9A35D3E6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4483" t="13214" r="29190" b="21901"/>
          <a:stretch/>
        </p:blipFill>
        <p:spPr bwMode="auto">
          <a:xfrm>
            <a:off x="1457864" y="655608"/>
            <a:ext cx="9100868" cy="5521355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34085303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5944C5C2-AA72-4F93-B932-B6CA9C5DD7B2}"/>
              </a:ext>
            </a:extLst>
          </p:cNvPr>
          <p:cNvPicPr>
            <a:picLocks noGrp="1"/>
          </p:cNvPicPr>
          <p:nvPr>
            <p:ph idx="1"/>
          </p:nvPr>
        </p:nvPicPr>
        <p:blipFill rotWithShape="1">
          <a:blip r:embed="rId2"/>
          <a:srcRect l="4918" t="15351" r="29082" b="23443"/>
          <a:stretch/>
        </p:blipFill>
        <p:spPr bwMode="auto">
          <a:xfrm>
            <a:off x="1466490" y="534838"/>
            <a:ext cx="8972846" cy="5564488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61438206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352</TotalTime>
  <Words>0</Words>
  <Application>Microsoft Office PowerPoint</Application>
  <PresentationFormat>Widescreen</PresentationFormat>
  <Paragraphs>0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account</dc:creator>
  <cp:lastModifiedBy>Admin</cp:lastModifiedBy>
  <cp:revision>41</cp:revision>
  <dcterms:created xsi:type="dcterms:W3CDTF">2024-09-23T01:37:07Z</dcterms:created>
  <dcterms:modified xsi:type="dcterms:W3CDTF">2024-10-15T09:54:53Z</dcterms:modified>
</cp:coreProperties>
</file>